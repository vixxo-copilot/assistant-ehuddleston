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681" r:id="rId6"/>
    <p:sldId id="266" r:id="rId12"/>
    <p:sldId id="663" r:id="rId26"/>
    <p:sldId id="682" r:id="rId18"/>
    <p:sldId id="2145707187" r:id="rId47"/>
    <p:sldId id="2145707188" r:id="rId48"/>
    <p:sldId id="2145707189" r:id="rId49"/>
    <p:sldId id="689" r:id="rId37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27" normalizeH="0" baseline="0">
        <a:ln>
          <a:noFill/>
        </a:ln>
        <a:solidFill>
          <a:srgbClr val="454546"/>
        </a:solidFill>
        <a:effectLst/>
        <a:uFillTx/>
        <a:latin typeface="Raleway"/>
        <a:ea typeface="Raleway"/>
        <a:cs typeface="Raleway"/>
        <a:sym typeface="Raleway"/>
      </a:defRPr>
    </a:lvl1pPr>
    <a:lvl2pPr marL="0" marR="0" indent="114300" algn="l" defTabSz="41275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27" normalizeH="0" baseline="0">
        <a:ln>
          <a:noFill/>
        </a:ln>
        <a:solidFill>
          <a:srgbClr val="454546"/>
        </a:solidFill>
        <a:effectLst/>
        <a:uFillTx/>
        <a:latin typeface="Raleway"/>
        <a:ea typeface="Raleway"/>
        <a:cs typeface="Raleway"/>
        <a:sym typeface="Raleway"/>
      </a:defRPr>
    </a:lvl2pPr>
    <a:lvl3pPr marL="0" marR="0" indent="228600" algn="l" defTabSz="41275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27" normalizeH="0" baseline="0">
        <a:ln>
          <a:noFill/>
        </a:ln>
        <a:solidFill>
          <a:srgbClr val="454546"/>
        </a:solidFill>
        <a:effectLst/>
        <a:uFillTx/>
        <a:latin typeface="Raleway"/>
        <a:ea typeface="Raleway"/>
        <a:cs typeface="Raleway"/>
        <a:sym typeface="Raleway"/>
      </a:defRPr>
    </a:lvl3pPr>
    <a:lvl4pPr marL="0" marR="0" indent="342900" algn="l" defTabSz="41275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27" normalizeH="0" baseline="0">
        <a:ln>
          <a:noFill/>
        </a:ln>
        <a:solidFill>
          <a:srgbClr val="454546"/>
        </a:solidFill>
        <a:effectLst/>
        <a:uFillTx/>
        <a:latin typeface="Raleway"/>
        <a:ea typeface="Raleway"/>
        <a:cs typeface="Raleway"/>
        <a:sym typeface="Raleway"/>
      </a:defRPr>
    </a:lvl4pPr>
    <a:lvl5pPr marL="0" marR="0" indent="457200" algn="l" defTabSz="41275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27" normalizeH="0" baseline="0">
        <a:ln>
          <a:noFill/>
        </a:ln>
        <a:solidFill>
          <a:srgbClr val="454546"/>
        </a:solidFill>
        <a:effectLst/>
        <a:uFillTx/>
        <a:latin typeface="Raleway"/>
        <a:ea typeface="Raleway"/>
        <a:cs typeface="Raleway"/>
        <a:sym typeface="Raleway"/>
      </a:defRPr>
    </a:lvl5pPr>
    <a:lvl6pPr marL="0" marR="0" indent="571500" algn="l" defTabSz="41275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27" normalizeH="0" baseline="0">
        <a:ln>
          <a:noFill/>
        </a:ln>
        <a:solidFill>
          <a:srgbClr val="454546"/>
        </a:solidFill>
        <a:effectLst/>
        <a:uFillTx/>
        <a:latin typeface="Raleway"/>
        <a:ea typeface="Raleway"/>
        <a:cs typeface="Raleway"/>
        <a:sym typeface="Raleway"/>
      </a:defRPr>
    </a:lvl6pPr>
    <a:lvl7pPr marL="0" marR="0" indent="685800" algn="l" defTabSz="41275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27" normalizeH="0" baseline="0">
        <a:ln>
          <a:noFill/>
        </a:ln>
        <a:solidFill>
          <a:srgbClr val="454546"/>
        </a:solidFill>
        <a:effectLst/>
        <a:uFillTx/>
        <a:latin typeface="Raleway"/>
        <a:ea typeface="Raleway"/>
        <a:cs typeface="Raleway"/>
        <a:sym typeface="Raleway"/>
      </a:defRPr>
    </a:lvl7pPr>
    <a:lvl8pPr marL="0" marR="0" indent="800100" algn="l" defTabSz="41275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27" normalizeH="0" baseline="0">
        <a:ln>
          <a:noFill/>
        </a:ln>
        <a:solidFill>
          <a:srgbClr val="454546"/>
        </a:solidFill>
        <a:effectLst/>
        <a:uFillTx/>
        <a:latin typeface="Raleway"/>
        <a:ea typeface="Raleway"/>
        <a:cs typeface="Raleway"/>
        <a:sym typeface="Raleway"/>
      </a:defRPr>
    </a:lvl8pPr>
    <a:lvl9pPr marL="0" marR="0" indent="914400" algn="l" defTabSz="41275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27" normalizeH="0" baseline="0">
        <a:ln>
          <a:noFill/>
        </a:ln>
        <a:solidFill>
          <a:srgbClr val="454546"/>
        </a:solidFill>
        <a:effectLst/>
        <a:uFillTx/>
        <a:latin typeface="Raleway"/>
        <a:ea typeface="Raleway"/>
        <a:cs typeface="Raleway"/>
        <a:sym typeface="Raleway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992E"/>
    <a:srgbClr val="3E4543"/>
    <a:srgbClr val="D9D9D9"/>
    <a:srgbClr val="EDA200"/>
    <a:srgbClr val="956125"/>
    <a:srgbClr val="2C7B8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9423FE-5ADD-A051-5E37-2F9161E64FB5}" v="9" dt="2026-04-02T22:22:30.555"/>
    <p1510:client id="{91164227-4D16-9B3F-F0D9-67966F28BE74}" v="72" dt="2026-04-02T22:38:10.474"/>
    <p1510:client id="{E6B915AF-B5FD-4518-B80E-4B42A3BB0EF0}" v="2" dt="2026-04-02T22:43:12.89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72" y="-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2" Type="http://schemas.openxmlformats.org/officeDocument/2006/relationships/slide" Target="slides/slide8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7" Type="http://schemas.openxmlformats.org/officeDocument/2006/relationships/slide" Target="slides/slide33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6/11/relationships/changesInfo" Target="changesInfos/changesInfo1.xml"/><Relationship Id="rId46" Type="http://schemas.microsoft.com/office/2015/10/relationships/revisionInfo" Target="revisionInfo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a Li" userId="S::mia.li@vixxo.com::be7afd5d-b9fa-48f2-84c7-6b35de25c4db" providerId="AD" clId="Web-{399423FE-5ADD-A051-5E37-2F9161E64FB5}"/>
    <pc:docChg chg="mod modSld modMainMaster setSldSz">
      <pc:chgData name="Mia Li" userId="S::mia.li@vixxo.com::be7afd5d-b9fa-48f2-84c7-6b35de25c4db" providerId="AD" clId="Web-{399423FE-5ADD-A051-5E37-2F9161E64FB5}" dt="2026-04-02T22:22:18.695" v="1"/>
      <pc:docMkLst>
        <pc:docMk/>
      </pc:docMkLst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3747400455" sldId="258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747400455" sldId="258"/>
            <ac:spMk id="2" creationId="{A391FD1E-4E25-6D98-67C1-0FA04943AD1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747400455" sldId="258"/>
            <ac:spMk id="3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747400455" sldId="258"/>
            <ac:spMk id="4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747400455" sldId="258"/>
            <ac:spMk id="11" creationId="{EB037050-527A-716B-0BDD-6AB82E5D355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747400455" sldId="258"/>
            <ac:spMk id="12" creationId="{D3814854-3825-5272-9B59-C7A29095598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747400455" sldId="258"/>
            <ac:spMk id="15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747400455" sldId="258"/>
            <ac:spMk id="18" creationId="{569AE09D-C4C8-532C-C8ED-AD0FDD33BCF3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3747400455" sldId="258"/>
            <ac:picMk id="10" creationId="{ECCEF4AC-B172-FEA3-CA7B-9B262E606511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3747400455" sldId="258"/>
            <ac:picMk id="17" creationId="{6160F897-35F7-9B5E-6926-8F6FBB0C3A71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0" sldId="264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4"/>
            <ac:spMk id="2" creationId="{62B8AFE2-86C2-2F8A-3F9C-944BC807D5EE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4"/>
            <ac:spMk id="5" creationId="{9C53F57B-F066-A51A-D616-9305C95A81DA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4"/>
            <ac:spMk id="7" creationId="{8C3DAC86-4F64-596A-3223-2656ADDD16A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4"/>
            <ac:spMk id="10" creationId="{845ECEB9-42D6-ABE4-1319-A034776B33EE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4"/>
            <ac:spMk id="14" creationId="{E6D1570D-0080-0E9D-46A8-8D1CCF4CE2A9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4"/>
            <ac:spMk id="1925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4"/>
            <ac:spMk id="1926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4"/>
            <ac:spMk id="1927" creationId="{00000000-0000-0000-0000-000000000000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0" sldId="264"/>
            <ac:picMk id="8" creationId="{222E3511-D47F-F70A-FEB5-F00DF064E97F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0" sldId="264"/>
            <ac:picMk id="9" creationId="{1C850C75-3065-955D-5B28-0DAFA95D015C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2236624434" sldId="265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236624434" sldId="265"/>
            <ac:spMk id="2" creationId="{3A6B2CDA-707E-C12C-3481-C3B4A83C825E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236624434" sldId="265"/>
            <ac:spMk id="4" creationId="{09506F85-7B03-42ED-863B-8D68D77A5F9E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236624434" sldId="265"/>
            <ac:spMk id="5" creationId="{634C1BF6-CD05-A1E1-BD59-6F4DFD861C8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236624434" sldId="265"/>
            <ac:spMk id="6" creationId="{698F9EEE-4A19-421B-93E4-7B31902A871B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236624434" sldId="265"/>
            <ac:spMk id="9" creationId="{9DBFF4B4-6C7A-4978-A722-66D9037ACC3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236624434" sldId="265"/>
            <ac:spMk id="27" creationId="{5AC38085-33C9-CDF8-175F-503202226D36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236624434" sldId="265"/>
            <ac:spMk id="29" creationId="{A02B9FF5-E5C6-A1CB-9928-C96F72E0A0F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236624434" sldId="265"/>
            <ac:spMk id="31" creationId="{ECA8C3BA-449E-07B1-85F2-2E1DD07E9A42}"/>
          </ac:spMkLst>
        </pc:spChg>
        <pc:grpChg chg="mod">
          <ac:chgData name="Mia Li" userId="S::mia.li@vixxo.com::be7afd5d-b9fa-48f2-84c7-6b35de25c4db" providerId="AD" clId="Web-{399423FE-5ADD-A051-5E37-2F9161E64FB5}" dt="2026-04-02T22:22:18.695" v="1"/>
          <ac:grpSpMkLst>
            <pc:docMk/>
            <pc:sldMk cId="2236624434" sldId="265"/>
            <ac:grpSpMk id="32" creationId="{25DB5A96-2FE1-948D-67A8-1F88B0688E56}"/>
          </ac:grpSpMkLst>
        </pc:gr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0" sldId="266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6"/>
            <ac:spMk id="2" creationId="{A5B7420F-E94A-451F-0BA9-3E99C88DDB7C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6"/>
            <ac:spMk id="4" creationId="{9C7D25B3-94BB-9F28-4472-75C7BE3DAC19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6"/>
            <ac:spMk id="6" creationId="{158A86AA-3287-AEF1-DCB8-C8EB4716E391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6"/>
            <ac:spMk id="1942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6"/>
            <ac:spMk id="1943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66"/>
            <ac:spMk id="1946" creationId="{00000000-0000-0000-0000-000000000000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0" sldId="266"/>
            <ac:picMk id="3" creationId="{4D51FBB9-C1B6-994A-87D2-1054CDB560E9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0" sldId="277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77"/>
            <ac:spMk id="2" creationId="{4FF9A046-5D78-B974-6EEC-FF53A512EF5F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77"/>
            <ac:spMk id="3" creationId="{4B4489A1-2426-58D1-C5A1-6936F83D7311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77"/>
            <ac:spMk id="11" creationId="{F2B1D825-6945-2BD2-0699-D1978740C811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77"/>
            <ac:spMk id="12" creationId="{D3C08B40-EBD4-7396-7804-FC4EEE706E46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77"/>
            <ac:spMk id="33" creationId="{ACEF8C0B-7834-850D-1AB6-D1BA53474B0B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77"/>
            <ac:spMk id="2102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77"/>
            <ac:spMk id="2105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77"/>
            <ac:spMk id="2107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77"/>
            <ac:spMk id="2110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277"/>
            <ac:spMk id="2113" creationId="{00000000-0000-0000-0000-000000000000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0" sldId="660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660"/>
            <ac:spMk id="2" creationId="{32C8C97D-FE31-2367-0777-28559752933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660"/>
            <ac:spMk id="3" creationId="{A7316954-CF88-CAC8-2A08-73E97F1F250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0" sldId="660"/>
            <ac:spMk id="220" creationId="{00000000-0000-0000-0000-000000000000}"/>
          </ac:spMkLst>
        </pc:spChg>
        <pc:graphicFrameChg chg="mod">
          <ac:chgData name="Mia Li" userId="S::mia.li@vixxo.com::be7afd5d-b9fa-48f2-84c7-6b35de25c4db" providerId="AD" clId="Web-{399423FE-5ADD-A051-5E37-2F9161E64FB5}" dt="2026-04-02T22:22:18.695" v="1"/>
          <ac:graphicFrameMkLst>
            <pc:docMk/>
            <pc:sldMk cId="0" sldId="660"/>
            <ac:graphicFrameMk id="7" creationId="{546AF211-DDED-1B34-7C87-D2150BD8C5C9}"/>
          </ac:graphicFrameMkLst>
        </pc:graphicFrame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0" sldId="660"/>
            <ac:picMk id="16" creationId="{EB4B7B36-295A-882B-6466-938FFCF66A71}"/>
          </ac:picMkLst>
        </pc:picChg>
        <pc:cxnChg chg="mod">
          <ac:chgData name="Mia Li" userId="S::mia.li@vixxo.com::be7afd5d-b9fa-48f2-84c7-6b35de25c4db" providerId="AD" clId="Web-{399423FE-5ADD-A051-5E37-2F9161E64FB5}" dt="2026-04-02T22:22:18.695" v="1"/>
          <ac:cxnSpMkLst>
            <pc:docMk/>
            <pc:sldMk cId="0" sldId="660"/>
            <ac:cxnSpMk id="13" creationId="{5120A7F4-3B2E-9A93-0BB3-03E0A18F6B76}"/>
          </ac:cxnSpMkLst>
        </pc:cxn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4145271644" sldId="661"/>
        </pc:sldMkLst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4145271644" sldId="661"/>
            <ac:spMk id="2" creationId="{CEC4E570-3116-6BCC-6C01-F70E15DDA121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45271644" sldId="661"/>
            <ac:spMk id="7855" creationId="{3805140B-A1E7-AAD3-945D-0102104ABEDC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45271644" sldId="661"/>
            <ac:spMk id="7861" creationId="{8F5E155B-AD37-4A9D-7DD8-2FEFF6882CB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45271644" sldId="661"/>
            <ac:spMk id="7872" creationId="{189136C6-4C8A-6AC8-A63A-F448C4347922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45271644" sldId="661"/>
            <ac:spMk id="7878" creationId="{1F2C21FE-47C6-AC1C-466A-F4FED9CBC3DF}"/>
          </ac:spMkLst>
        </pc:spChg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4145271644" sldId="661"/>
            <ac:spMk id="7884" creationId="{E0372B7A-5C3B-1D71-9580-A3BC8A714653}"/>
          </ac:spMkLst>
        </pc:spChg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4145271644" sldId="661"/>
            <ac:spMk id="7887" creationId="{4E68AEBE-A18F-41BC-B1B4-B24843A992D3}"/>
          </ac:spMkLst>
        </pc:spChg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4145271644" sldId="661"/>
            <ac:spMk id="7891" creationId="{D325169F-33B1-C2E9-8825-1A4019B07475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45271644" sldId="661"/>
            <ac:spMk id="7893" creationId="{8E3D1925-3171-3B42-BEFE-EB31D2B3083B}"/>
          </ac:spMkLst>
        </pc:spChg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4145271644" sldId="661"/>
            <ac:spMk id="7896" creationId="{93614387-F8E4-E3C2-810E-01AD13162C35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45271644" sldId="661"/>
            <ac:spMk id="7897" creationId="{3BFA90AE-AA8F-763E-71B7-2C4C75E87FC3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45271644" sldId="661"/>
            <ac:spMk id="7899" creationId="{FFB5A4FB-0FA2-9E21-7FB1-0A9C840D87B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45271644" sldId="661"/>
            <ac:spMk id="7902" creationId="{1CE61B9C-7B03-AFFC-6336-A7182F6E51D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45271644" sldId="661"/>
            <ac:spMk id="7908" creationId="{F223BC02-F44D-338E-C001-EAFD657AB96B}"/>
          </ac:spMkLst>
        </pc:spChg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4145271644" sldId="661"/>
            <ac:spMk id="7918" creationId="{4BDBED30-20BC-D05D-69FA-5F84A1CCA45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45271644" sldId="661"/>
            <ac:spMk id="7927" creationId="{FD3A45B0-197E-E5AF-AB76-DA712480E002}"/>
          </ac:spMkLst>
        </pc:spChg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4145271644" sldId="661"/>
            <ac:spMk id="7937" creationId="{7D1FD463-8F00-8633-1C21-BA936678C827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3415267758" sldId="662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415267758" sldId="662"/>
            <ac:spMk id="2" creationId="{679F1478-1D06-6829-ED6D-2DF50EED2CAC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415267758" sldId="662"/>
            <ac:spMk id="9" creationId="{EFAA66DB-E759-2C0D-FB9D-265242AF5ACB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415267758" sldId="662"/>
            <ac:spMk id="11" creationId="{6139D6F9-AD63-ACCF-6A5A-E8C295DE84F2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415267758" sldId="662"/>
            <ac:spMk id="12" creationId="{1E59A874-380F-9089-6C34-A0E7E3A3E6E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415267758" sldId="662"/>
            <ac:spMk id="13" creationId="{A1584A7C-C085-621F-C59E-A935D49835B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415267758" sldId="662"/>
            <ac:spMk id="14" creationId="{36F2E076-D68F-7095-08A2-348F0B53A59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415267758" sldId="662"/>
            <ac:spMk id="18" creationId="{44D80180-C090-4593-7165-5BCBB6A3173C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415267758" sldId="662"/>
            <ac:spMk id="23" creationId="{EAFAF896-1519-6FD2-20B5-AA91006FCE9F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3415267758" sldId="662"/>
            <ac:picMk id="16" creationId="{B37EF2F7-5877-75E0-9CB9-FA71F4F095CF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3415267758" sldId="662"/>
            <ac:picMk id="22" creationId="{399EDA8E-D4CA-22B7-CBEC-42ACF8BF74E2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2775163146" sldId="663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5163146" sldId="663"/>
            <ac:spMk id="2" creationId="{32C8A4FE-3542-4F65-CAA5-C391D5E70F85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5163146" sldId="663"/>
            <ac:spMk id="4" creationId="{5EF71504-8599-043F-5B54-D2E12BCA2ED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5163146" sldId="663"/>
            <ac:spMk id="9" creationId="{9C2EF059-EB9E-BBF7-6987-C3CED113323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5163146" sldId="663"/>
            <ac:spMk id="11" creationId="{25F48AE8-6B83-8271-B803-E25671167EA5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5163146" sldId="663"/>
            <ac:spMk id="12" creationId="{EADD9DE5-572F-3415-2732-CE631B2DF3BC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5163146" sldId="663"/>
            <ac:spMk id="13" creationId="{86469CB5-9CE8-526C-6B9F-0489E40F30DD}"/>
          </ac:spMkLst>
        </pc:spChg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2775163146" sldId="663"/>
            <ac:spMk id="19" creationId="{749964D6-8493-CB1A-F530-CD62DF80322E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5163146" sldId="663"/>
            <ac:spMk id="20" creationId="{7ABEC15E-4AA2-22B5-3471-A24B2B19EA5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5163146" sldId="663"/>
            <ac:spMk id="21" creationId="{36A3D68E-6FBC-CE9D-5F83-9EB3BC2C937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5163146" sldId="663"/>
            <ac:spMk id="22" creationId="{D507FCA7-6FFA-74E6-2E60-E0E088E05B09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5163146" sldId="663"/>
            <ac:spMk id="25" creationId="{BBD07FCD-F347-CB41-FA85-6BF773036ED9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1240486927" sldId="664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240486927" sldId="664"/>
            <ac:spMk id="3" creationId="{F90B6F9B-BEC2-1D1F-AEB7-7DA88D9EF54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240486927" sldId="664"/>
            <ac:spMk id="4" creationId="{34473350-F699-F76D-6F9C-38216FC90A9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240486927" sldId="664"/>
            <ac:spMk id="5" creationId="{236F346E-B00A-CB11-D9A5-ACFAB09BABD5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240486927" sldId="664"/>
            <ac:spMk id="7" creationId="{165FD172-F7EB-64E6-D127-895F79A4FC56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240486927" sldId="664"/>
            <ac:spMk id="8" creationId="{CC593C56-0B07-03C1-3F66-B8E68136F4A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240486927" sldId="664"/>
            <ac:spMk id="9" creationId="{8F3306FB-EC3D-9555-C916-ACCB9DDF70C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240486927" sldId="664"/>
            <ac:spMk id="10" creationId="{3793018B-DD58-BAFA-6C4A-1FEBD618D185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1240486927" sldId="664"/>
            <ac:picMk id="6" creationId="{550939F3-F996-E6CA-ECE3-E4B8F566A844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1240486927" sldId="664"/>
            <ac:picMk id="34" creationId="{220FA2BE-9CAF-6209-CBD6-F4C9BFF21F19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3257609999" sldId="667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257609999" sldId="667"/>
            <ac:spMk id="2" creationId="{300A0645-FD92-5287-0E50-03E843F196CE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257609999" sldId="667"/>
            <ac:spMk id="3" creationId="{25EE2B9F-8639-D6A9-5905-751EE449F7AB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257609999" sldId="667"/>
            <ac:spMk id="5" creationId="{953B915A-BF7D-4DD5-8DAE-86668693C34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257609999" sldId="667"/>
            <ac:spMk id="6" creationId="{7310C5E6-4335-3D03-37EB-0F5EB4E3501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257609999" sldId="667"/>
            <ac:spMk id="8" creationId="{1333769B-52A2-6D4E-B1F7-E64EDB3D3F16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257609999" sldId="667"/>
            <ac:spMk id="16" creationId="{AB97DD51-9C51-61EC-C09C-36D8AE133959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257609999" sldId="667"/>
            <ac:spMk id="17" creationId="{5CCE042B-7B36-FB46-CC67-45D2D8E23FBE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3257609999" sldId="667"/>
            <ac:picMk id="15" creationId="{C90508B8-6D1B-291B-C5BD-C1D70916D568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3257609999" sldId="667"/>
            <ac:picMk id="32" creationId="{EC438840-9F1F-AD8A-CF48-A5749EEAE811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1676058321" sldId="668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676058321" sldId="668"/>
            <ac:spMk id="2" creationId="{B64D7084-5F93-D546-B858-F2F8C7A70BD2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2397911505" sldId="669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397911505" sldId="669"/>
            <ac:spMk id="2" creationId="{9D5E9D33-750B-FA4F-A2A9-A2D14A92CBF8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2777748966" sldId="670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777748966" sldId="670"/>
            <ac:spMk id="2" creationId="{2B682ED1-1D10-DBFC-A6E8-D62051B43FAE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3512941097" sldId="671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512941097" sldId="671"/>
            <ac:spMk id="2" creationId="{0D5E3FA9-93E9-09F5-52CE-2C9C2C908BA3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3879135925" sldId="672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879135925" sldId="672"/>
            <ac:spMk id="2" creationId="{5E6A676C-1645-7F61-D465-A74A3514C3AD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372409089" sldId="673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72409089" sldId="673"/>
            <ac:spMk id="2" creationId="{FA09A7A0-C5BA-4CA1-5253-102BDD4B25BB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3833594341" sldId="680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833594341" sldId="680"/>
            <ac:spMk id="2" creationId="{27DE6FA3-81AB-9E3E-F88F-BFD49316A149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2459062090" sldId="681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062090" sldId="681"/>
            <ac:spMk id="4" creationId="{C2A76FD3-D044-273E-CA7E-1D2C84E6EB7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062090" sldId="681"/>
            <ac:spMk id="16" creationId="{F0A42AEE-2162-5C6A-84E6-EFE39359CAD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062090" sldId="681"/>
            <ac:spMk id="17" creationId="{609C4F03-7FB3-350E-C49E-B8F2EC1B2D9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062090" sldId="681"/>
            <ac:spMk id="21" creationId="{236994B7-F83F-4BAB-0255-7D16D0144CC2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062090" sldId="681"/>
            <ac:spMk id="23" creationId="{0456B9DB-F7F8-D94C-3F8F-6806C2B94D9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062090" sldId="681"/>
            <ac:spMk id="26" creationId="{693AED08-4A55-51F4-793F-EA5BEE6AF88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062090" sldId="681"/>
            <ac:spMk id="31" creationId="{006B2C3B-B933-E593-D7B7-499FF15FDDC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062090" sldId="681"/>
            <ac:spMk id="35" creationId="{53F2F08F-BA7D-2A99-2CE6-95C3F9B6F1AC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2459062090" sldId="681"/>
            <ac:picMk id="6" creationId="{08753844-6612-3DB9-AC2E-7B01C20C07E2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2459062090" sldId="681"/>
            <ac:picMk id="34" creationId="{EBB3BD05-8092-EE6C-1850-B24EB6CCDD85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4034672702" sldId="682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34672702" sldId="682"/>
            <ac:spMk id="2" creationId="{03FFE185-F7F4-656B-DF5B-9BA7812E932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34672702" sldId="682"/>
            <ac:spMk id="3" creationId="{D05D7C5C-A9C5-5F68-589A-5E47123ACBAB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34672702" sldId="682"/>
            <ac:spMk id="4" creationId="{06C4FDD7-2C8A-AC84-51F6-56F84F08E86F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2459564122" sldId="683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564122" sldId="683"/>
            <ac:spMk id="2" creationId="{66392EED-5338-C452-0066-8C181F74BCA1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564122" sldId="683"/>
            <ac:spMk id="3" creationId="{14CF6DBF-3FAD-CBE2-0376-07B167F766F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564122" sldId="683"/>
            <ac:spMk id="4" creationId="{E1B72238-1094-9BF5-263D-3434F2A5CBE1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459564122" sldId="683"/>
            <ac:spMk id="5" creationId="{4750AF75-93DB-0F5F-3C04-9365ECBC41D6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3674170644" sldId="684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674170644" sldId="684"/>
            <ac:spMk id="2" creationId="{91B4271C-0966-0693-DBFF-11CF3C85F812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3674170644" sldId="684"/>
            <ac:spMk id="3" creationId="{06DDE367-4F64-1D8A-5E82-73AE860FFE21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452419354" sldId="685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52419354" sldId="685"/>
            <ac:spMk id="2" creationId="{5D313D78-DB94-4266-2F13-B064AF669239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52419354" sldId="685"/>
            <ac:spMk id="3" creationId="{C3284B7E-E464-92FF-A47C-FC10771C4953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52419354" sldId="685"/>
            <ac:spMk id="4" creationId="{CE808B45-A2DD-5A8E-877F-93D8189E1ED4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2373016190" sldId="686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373016190" sldId="686"/>
            <ac:spMk id="2" creationId="{746A7A6A-52A7-D767-2350-C2E334083CEA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152668746" sldId="687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52668746" sldId="687"/>
            <ac:spMk id="2" creationId="{4B26F6B1-F33A-C8A6-33FE-FE2C8D6FA087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2800252227" sldId="688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800252227" sldId="688"/>
            <ac:spMk id="4" creationId="{22E2CC5B-7D3D-9666-859A-271646428D0E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800252227" sldId="688"/>
            <ac:spMk id="7" creationId="{8463C160-3530-E5C5-77C6-F805CEDC8D0B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800252227" sldId="688"/>
            <ac:spMk id="16" creationId="{AB1711EF-22EA-EA90-E349-23D5B1C7D08F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800252227" sldId="688"/>
            <ac:spMk id="17" creationId="{3BE659BD-889E-7FD2-23C3-641D197F01F5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800252227" sldId="688"/>
            <ac:spMk id="21" creationId="{B9E5D6F5-0F12-9C12-A5D6-B9F5F6BBA8A1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800252227" sldId="688"/>
            <ac:spMk id="23" creationId="{2FF54345-F431-F732-D498-D90876F5CBF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800252227" sldId="688"/>
            <ac:spMk id="31" creationId="{F78ED7FB-AA04-093F-A7C3-80DE080FDE00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2800252227" sldId="688"/>
            <ac:picMk id="6" creationId="{2DDD705E-4599-8301-A535-609B4DAF4A34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2800252227" sldId="688"/>
            <ac:picMk id="34" creationId="{D005E39C-DF80-F2C4-8C86-745D71B459D4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1193437018" sldId="689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193437018" sldId="689"/>
            <ac:spMk id="4" creationId="{7479E17D-6C5F-327C-3E48-A69F1EAD3F2A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193437018" sldId="689"/>
            <ac:spMk id="7" creationId="{FD4547C0-8069-58ED-0459-2E2111C79F3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193437018" sldId="689"/>
            <ac:spMk id="16" creationId="{0FB00F17-2B3E-BF64-99A5-CE3AE55E8C99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193437018" sldId="689"/>
            <ac:spMk id="17" creationId="{5609C8FA-D060-7AD3-CAC6-01DA0E0B14F5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193437018" sldId="689"/>
            <ac:spMk id="21" creationId="{074D48F6-495F-138C-A3D6-15D3533AF40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193437018" sldId="689"/>
            <ac:spMk id="23" creationId="{E539B8A2-94D4-3829-60C7-252528DCBFC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193437018" sldId="689"/>
            <ac:spMk id="31" creationId="{34E15E33-90A7-A3EF-83DC-D2C74AFCB0BF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193437018" sldId="689"/>
            <ac:spMk id="35" creationId="{E1BBEE53-4994-B1CB-A476-288E71F59D25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1193437018" sldId="689"/>
            <ac:picMk id="6" creationId="{E1F84199-36EB-C2EF-A963-FEC600A37DE9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1193437018" sldId="689"/>
            <ac:picMk id="34" creationId="{371FB07B-E0A9-AE27-0A78-3B9871021CE3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1087193502" sldId="690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087193502" sldId="690"/>
            <ac:spMk id="2" creationId="{CF714143-076C-03F1-BD67-8A55A0C3686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087193502" sldId="690"/>
            <ac:spMk id="3" creationId="{58AD987F-13FA-790F-8D1D-BEBD2D250E4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087193502" sldId="690"/>
            <ac:spMk id="6" creationId="{98647593-AB94-F89D-BEB1-1E73929206F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087193502" sldId="690"/>
            <ac:spMk id="8" creationId="{7E2D8F08-780A-1C9D-E761-87CE0E2E2EAB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087193502" sldId="690"/>
            <ac:spMk id="9" creationId="{081881CB-4356-0AC2-9BD2-E1383BE86AF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087193502" sldId="690"/>
            <ac:spMk id="10" creationId="{3BD6BB1C-B9A0-72D3-94E5-DC81E5704526}"/>
          </ac:spMkLst>
        </pc:spChg>
        <pc:grpChg chg="mod">
          <ac:chgData name="Mia Li" userId="S::mia.li@vixxo.com::be7afd5d-b9fa-48f2-84c7-6b35de25c4db" providerId="AD" clId="Web-{399423FE-5ADD-A051-5E37-2F9161E64FB5}" dt="2026-04-02T22:22:18.695" v="1"/>
          <ac:grpSpMkLst>
            <pc:docMk/>
            <pc:sldMk cId="1087193502" sldId="690"/>
            <ac:grpSpMk id="7" creationId="{6FEC97CA-FA76-55C6-B9F6-42E155027328}"/>
          </ac:grpSpMkLst>
        </pc:grpChg>
        <pc:graphicFrameChg chg="mod">
          <ac:chgData name="Mia Li" userId="S::mia.li@vixxo.com::be7afd5d-b9fa-48f2-84c7-6b35de25c4db" providerId="AD" clId="Web-{399423FE-5ADD-A051-5E37-2F9161E64FB5}" dt="2026-04-02T22:22:18.695" v="1"/>
          <ac:graphicFrameMkLst>
            <pc:docMk/>
            <pc:sldMk cId="1087193502" sldId="690"/>
            <ac:graphicFrameMk id="5" creationId="{A61F7A8F-C88D-7D26-E068-4B2D2F0CB9BC}"/>
          </ac:graphicFrameMkLst>
        </pc:graphicFrameChg>
        <pc:graphicFrameChg chg="mod modGraphic">
          <ac:chgData name="Mia Li" userId="S::mia.li@vixxo.com::be7afd5d-b9fa-48f2-84c7-6b35de25c4db" providerId="AD" clId="Web-{399423FE-5ADD-A051-5E37-2F9161E64FB5}" dt="2026-04-02T22:22:18.695" v="1"/>
          <ac:graphicFrameMkLst>
            <pc:docMk/>
            <pc:sldMk cId="1087193502" sldId="690"/>
            <ac:graphicFrameMk id="12" creationId="{E9D4F62B-83FA-5337-3095-9B250F9E82F0}"/>
          </ac:graphicFrameMkLst>
        </pc:graphicFrame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4080959395" sldId="691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80959395" sldId="691"/>
            <ac:spMk id="16" creationId="{FAA7D9DE-C639-972C-5685-2767A0242A4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80959395" sldId="691"/>
            <ac:spMk id="24" creationId="{CCAF5F68-3E29-CAB5-A04B-4CAD0B218363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80959395" sldId="691"/>
            <ac:spMk id="25" creationId="{6FFFF263-744E-E18B-A323-4E7F6DF84855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80959395" sldId="691"/>
            <ac:spMk id="32" creationId="{A55C95B2-7F4E-A065-C8E8-78AA2021FC95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80959395" sldId="691"/>
            <ac:spMk id="33" creationId="{FD72E3BD-7C77-03D2-4C84-595741E3BFC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80959395" sldId="691"/>
            <ac:spMk id="35" creationId="{B3566AC9-576A-D253-AD42-613F21BFD606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80959395" sldId="691"/>
            <ac:spMk id="43" creationId="{5765C878-E61D-B5B5-F1CC-274F2E17D09C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80959395" sldId="691"/>
            <ac:spMk id="45" creationId="{366A9DF6-D01B-18B1-00D5-1217A87B82CA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80959395" sldId="691"/>
            <ac:spMk id="48" creationId="{0CFD5F9F-673B-88E1-EEDE-022FD2622DFF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080959395" sldId="691"/>
            <ac:spMk id="49" creationId="{54B94C34-4707-3CD6-6B83-8C2D5B1321B8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4120309184" sldId="692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20309184" sldId="692"/>
            <ac:spMk id="2" creationId="{8C35227D-DEAC-BBB3-FE86-A08661E1846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20309184" sldId="692"/>
            <ac:spMk id="3" creationId="{119FBF0F-74ED-A343-DD8C-0226AEF35CEB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20309184" sldId="692"/>
            <ac:spMk id="6" creationId="{C75BBA52-57F4-F274-13F2-05F8F194491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20309184" sldId="692"/>
            <ac:spMk id="7" creationId="{9723970F-34C4-0509-4B2C-0BF2088DCDC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20309184" sldId="692"/>
            <ac:spMk id="10" creationId="{0FEB5E61-0DD0-78F9-9FCB-12454275BBEA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20309184" sldId="692"/>
            <ac:spMk id="12" creationId="{B7048331-6BDF-7572-76CC-A85E4F93E70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20309184" sldId="692"/>
            <ac:spMk id="13" creationId="{2ECA04B7-02D2-DBA2-EFEF-89B112C10E91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20309184" sldId="692"/>
            <ac:spMk id="15" creationId="{612E4CC6-9785-6461-8692-0B6D04B6AA09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20309184" sldId="692"/>
            <ac:spMk id="16" creationId="{1BACAEAA-61EE-1C53-BB0A-9681591327AB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4120309184" sldId="692"/>
            <ac:spMk id="20" creationId="{85424F0F-9F14-5717-BB9E-40E11E74F50D}"/>
          </ac:spMkLst>
        </pc:s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651028210" sldId="693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651028210" sldId="693"/>
            <ac:spMk id="2" creationId="{B825E357-724A-48FC-0630-0E44F638DE4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651028210" sldId="693"/>
            <ac:spMk id="3" creationId="{EB009F3C-D6A3-5064-3887-7E13E598223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651028210" sldId="693"/>
            <ac:spMk id="8" creationId="{D326CFC2-4D30-2722-BD17-1359CAACAE6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651028210" sldId="693"/>
            <ac:spMk id="9" creationId="{47F3C557-BF82-8B0C-B20B-2909515B0A41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651028210" sldId="693"/>
            <ac:spMk id="10" creationId="{CD1CACD9-BD0B-118D-8C4B-6C1A08D2D80A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651028210" sldId="693"/>
            <ac:spMk id="11" creationId="{F15BD494-5ED6-9B57-4204-C9D6C936694A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651028210" sldId="693"/>
            <ac:spMk id="12" creationId="{C46F0CE8-3C34-2431-E94E-4F4DDD2D524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651028210" sldId="693"/>
            <ac:spMk id="13" creationId="{207948A9-5594-95B1-2666-8D4698AC9659}"/>
          </ac:spMkLst>
        </pc:spChg>
        <pc:grpChg chg="mod">
          <ac:chgData name="Mia Li" userId="S::mia.li@vixxo.com::be7afd5d-b9fa-48f2-84c7-6b35de25c4db" providerId="AD" clId="Web-{399423FE-5ADD-A051-5E37-2F9161E64FB5}" dt="2026-04-02T22:22:18.695" v="1"/>
          <ac:grpSpMkLst>
            <pc:docMk/>
            <pc:sldMk cId="651028210" sldId="693"/>
            <ac:grpSpMk id="14" creationId="{17866C35-4CE3-586A-3CD0-6AE74D338C52}"/>
          </ac:grpSpMkLst>
        </pc:grp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2399057708" sldId="694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399057708" sldId="694"/>
            <ac:spMk id="2" creationId="{92AD518A-BEF1-F714-65DC-2826B1BC0A26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399057708" sldId="694"/>
            <ac:spMk id="3" creationId="{3407C4C2-AE4D-A1FD-DD3A-6F1ED9D8AA6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399057708" sldId="694"/>
            <ac:spMk id="4" creationId="{7308713F-C3EE-9B7E-05EB-93C74DB481B2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399057708" sldId="694"/>
            <ac:spMk id="8" creationId="{75E10316-983E-07BB-B1C5-DABF9497FF15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399057708" sldId="694"/>
            <ac:spMk id="10" creationId="{E0DD45EA-178B-1AB9-0BC5-04111B9ECF6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2399057708" sldId="694"/>
            <ac:spMk id="12" creationId="{A3489B10-D63E-18E0-F053-7B616C86CFFF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2399057708" sldId="694"/>
            <ac:picMk id="7" creationId="{6898FBCB-5B5C-9FD0-C2DD-E8C856FE146D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2399057708" sldId="694"/>
            <ac:picMk id="14" creationId="{AA2B531D-018C-594D-6586-C9FAC110031B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2399057708" sldId="694"/>
            <ac:picMk id="17" creationId="{A298808F-C0C7-9581-9DA2-71544B1DC6ED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1752364275" sldId="2145707185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752364275" sldId="2145707185"/>
            <ac:spMk id="2" creationId="{828A7F47-6D78-DB02-A204-A2E51D865419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752364275" sldId="2145707185"/>
            <ac:spMk id="3" creationId="{E6149651-46B8-2394-E6E7-8D11B18850AF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752364275" sldId="2145707185"/>
            <ac:spMk id="4" creationId="{B12E5A80-2C6B-DCA3-E8F8-C15B9603DA96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752364275" sldId="2145707185"/>
            <ac:spMk id="7" creationId="{4347FDA9-F98A-109B-1556-F1AC608D4E6A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752364275" sldId="2145707185"/>
            <ac:spMk id="9" creationId="{0326E028-A357-616F-505B-9CAAC4CEE0C7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752364275" sldId="2145707185"/>
            <ac:spMk id="11" creationId="{F20E4614-EFB8-096D-93CD-A65F0CE50EF4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1752364275" sldId="2145707185"/>
            <ac:spMk id="20" creationId="{AFC9C41B-401F-24FB-E6A1-A6AE84A19439}"/>
          </ac:spMkLst>
        </pc:sp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1752364275" sldId="2145707185"/>
            <ac:picMk id="10" creationId="{E924C6C1-106B-AAFE-B56D-F2F2A5C2442F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1752364275" sldId="2145707185"/>
            <ac:picMk id="12" creationId="{7749F58D-69AA-1327-D109-45186EA500ED}"/>
          </ac:picMkLst>
        </pc:picChg>
        <pc:picChg chg="mod">
          <ac:chgData name="Mia Li" userId="S::mia.li@vixxo.com::be7afd5d-b9fa-48f2-84c7-6b35de25c4db" providerId="AD" clId="Web-{399423FE-5ADD-A051-5E37-2F9161E64FB5}" dt="2026-04-02T22:22:18.695" v="1"/>
          <ac:picMkLst>
            <pc:docMk/>
            <pc:sldMk cId="1752364275" sldId="2145707185"/>
            <ac:picMk id="448" creationId="{53929F85-963B-CCD7-3434-F07B1E37809C}"/>
          </ac:picMkLst>
        </pc:picChg>
      </pc:sldChg>
      <pc:sldChg chg="modSp">
        <pc:chgData name="Mia Li" userId="S::mia.li@vixxo.com::be7afd5d-b9fa-48f2-84c7-6b35de25c4db" providerId="AD" clId="Web-{399423FE-5ADD-A051-5E37-2F9161E64FB5}" dt="2026-04-02T22:22:18.695" v="1"/>
        <pc:sldMkLst>
          <pc:docMk/>
          <pc:sldMk cId="948292148" sldId="2145707186"/>
        </pc:sld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948292148" sldId="2145707186"/>
            <ac:spMk id="2" creationId="{E9B17DDF-9F1F-5185-F720-C3F333F05518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948292148" sldId="2145707186"/>
            <ac:spMk id="3" creationId="{BA487329-6E23-21FA-AE3A-F8663A6CB3AA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948292148" sldId="2145707186"/>
            <ac:spMk id="4" creationId="{AD024560-CD5C-ED57-C216-EEB077F18C76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948292148" sldId="2145707186"/>
            <ac:spMk id="5" creationId="{18E73A04-DF86-DA05-978C-37B1DE634410}"/>
          </ac:spMkLst>
        </pc:spChg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948292148" sldId="2145707186"/>
            <ac:spMk id="6" creationId="{EEDD6638-4AB1-002F-508D-BACDAF37AAD7}"/>
          </ac:spMkLst>
        </pc:spChg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948292148" sldId="2145707186"/>
            <ac:spMk id="8" creationId="{1439DBAD-B6CB-E1AC-BD5E-F6D936BCB336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948292148" sldId="2145707186"/>
            <ac:spMk id="10" creationId="{1A040610-E5B7-33A8-1B71-954CECD4A38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948292148" sldId="2145707186"/>
            <ac:spMk id="11" creationId="{5089CBA6-5AA1-D7D2-59B3-CA942FEB0791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948292148" sldId="2145707186"/>
            <ac:spMk id="13" creationId="{853F3E15-4D3F-2B5E-462D-6D53152C368D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948292148" sldId="2145707186"/>
            <ac:spMk id="14" creationId="{B0B372F4-7EE0-0958-AD96-F2FF040F18C2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948292148" sldId="2145707186"/>
            <ac:spMk id="15" creationId="{84C7EFCC-10EB-7A05-636B-E1CA52CF04E8}"/>
          </ac:spMkLst>
        </pc:spChg>
        <pc:spChg chg="mod">
          <ac:chgData name="Mia Li" userId="S::mia.li@vixxo.com::be7afd5d-b9fa-48f2-84c7-6b35de25c4db" providerId="AD" clId="Web-{399423FE-5ADD-A051-5E37-2F9161E64FB5}" dt="2026-04-02T22:21:22.899" v="0"/>
          <ac:spMkLst>
            <pc:docMk/>
            <pc:sldMk cId="948292148" sldId="2145707186"/>
            <ac:spMk id="20" creationId="{96868D49-CB4A-4DCB-5005-22A2F53C5119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k cId="948292148" sldId="2145707186"/>
            <ac:spMk id="21" creationId="{2D651461-5BFA-3C87-0627-456063B4A1FB}"/>
          </ac:spMkLst>
        </pc:spChg>
      </pc:sldChg>
      <pc:sldMasterChg chg="modSp modSldLayout">
        <pc:chgData name="Mia Li" userId="S::mia.li@vixxo.com::be7afd5d-b9fa-48f2-84c7-6b35de25c4db" providerId="AD" clId="Web-{399423FE-5ADD-A051-5E37-2F9161E64FB5}" dt="2026-04-02T22:22:18.695" v="1"/>
        <pc:sldMasterMkLst>
          <pc:docMk/>
          <pc:sldMasterMk cId="0" sldId="2147483648"/>
        </pc:sldMasterMkLst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Mia Li" userId="S::mia.li@vixxo.com::be7afd5d-b9fa-48f2-84c7-6b35de25c4db" providerId="AD" clId="Web-{399423FE-5ADD-A051-5E37-2F9161E64FB5}" dt="2026-04-02T22:22:18.695" v="1"/>
          <ac:spMkLst>
            <pc:docMk/>
            <pc:sldMasterMk cId="0" sldId="2147483648"/>
            <ac:spMk id="5" creationId="{5F5766AF-B169-C3A5-610B-2B0938D0B36B}"/>
          </ac:spMkLst>
        </pc:sp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650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693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3"/>
              <ac:spMk id="475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694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4"/>
              <ac:spMk id="485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4"/>
              <ac:spMk id="486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4"/>
              <ac:spMk id="487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695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5"/>
              <ac:spMk id="495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5"/>
              <ac:spMk id="496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5"/>
              <ac:spMk id="497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696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6"/>
              <ac:spMk id="505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6"/>
              <ac:spMk id="506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6"/>
              <ac:spMk id="507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698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8"/>
              <ac:spMk id="524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698"/>
              <ac:spMk id="525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701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01"/>
              <ac:spMk id="551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01"/>
              <ac:spMk id="552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01"/>
              <ac:spMk id="553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01"/>
              <ac:spMk id="554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702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02"/>
              <ac:spMk id="562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02"/>
              <ac:spMk id="563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02"/>
              <ac:spMk id="564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02"/>
              <ac:spMk id="565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710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0"/>
              <ac:spMk id="636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0"/>
              <ac:spMk id="637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712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2"/>
              <ac:spMk id="655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2"/>
              <ac:spMk id="656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2"/>
              <ac:spMk id="657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716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6"/>
              <ac:spMk id="2" creationId="{D0A66EF7-4CE9-5AB4-E864-33925EBC98BA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6"/>
              <ac:spMk id="694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6"/>
              <ac:spMk id="695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717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7"/>
              <ac:spMk id="2" creationId="{3740DB4E-2930-7C08-5CCE-E15D51739BF9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7"/>
              <ac:spMk id="3" creationId="{F7A5CB26-AC09-E80E-51A0-4BEECD6A382F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17"/>
              <ac:spMk id="6" creationId="{03F58B44-1B1C-A9C0-E9C4-C6692C461705}"/>
            </ac:spMkLst>
          </pc:spChg>
          <pc:picChg chg="mod">
            <ac:chgData name="Mia Li" userId="S::mia.li@vixxo.com::be7afd5d-b9fa-48f2-84c7-6b35de25c4db" providerId="AD" clId="Web-{399423FE-5ADD-A051-5E37-2F9161E64FB5}" dt="2026-04-02T22:22:18.695" v="1"/>
            <ac:picMkLst>
              <pc:docMk/>
              <pc:sldMasterMk cId="0" sldId="2147483648"/>
              <pc:sldLayoutMk cId="0" sldId="2147483717"/>
              <ac:picMk id="4" creationId="{81FF6827-99DA-8B71-5CEA-407E60AF0430}"/>
            </ac:picMkLst>
          </pc:pic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729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29"/>
              <ac:spMk id="801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737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37"/>
              <ac:spMk id="865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0" sldId="2147483750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50"/>
              <ac:spMk id="990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50"/>
              <ac:spMk id="991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50"/>
              <ac:spMk id="992" creationId="{00000000-0000-0000-0000-00000000000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0" sldId="2147483750"/>
              <ac:spMk id="993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3350989113" sldId="2147483821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3350989113" sldId="2147483821"/>
              <ac:spMk id="8" creationId="{724A042A-B7BC-4ABA-A5B2-EDD7B42482BC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3252515956" sldId="2147483822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3252515956" sldId="2147483822"/>
              <ac:spMk id="2" creationId="{B634F6D6-EA21-5343-336D-5490D15A737E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172932877" sldId="2147483823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172932877" sldId="2147483823"/>
              <ac:spMk id="6" creationId="{B1F0A4DE-583D-F1A9-B877-DADADD77A654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873579118" sldId="2147483824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873579118" sldId="2147483824"/>
              <ac:spMk id="9" creationId="{F9D30AB3-5CE1-96E2-44DB-D78DAE551A0C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2614522538" sldId="2147483825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614522538" sldId="2147483825"/>
              <ac:spMk id="8" creationId="{46216C9C-3DE9-38CD-DD3A-089B45FA7E1E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2417787677" sldId="2147483829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417787677" sldId="2147483829"/>
              <ac:spMk id="14" creationId="{00000000-0000-0000-0000-000000000000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3626361690" sldId="2147483830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3626361690" sldId="2147483830"/>
              <ac:spMk id="6" creationId="{68C7B424-5174-4D9C-89EE-C84DC0F87A89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4130164941" sldId="2147483832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4130164941" sldId="2147483832"/>
              <ac:spMk id="2" creationId="{5739AB0E-2406-BD81-3D3A-31FBB7C3041F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68029513" sldId="2147483833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8029513" sldId="2147483833"/>
              <ac:spMk id="2" creationId="{0B0D2340-D48D-B131-6EDA-2AB2BB79069D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8029513" sldId="2147483833"/>
              <ac:spMk id="3" creationId="{1ED5E96E-F685-6FDB-E7AF-07E95EA5EE62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8029513" sldId="2147483833"/>
              <ac:spMk id="7" creationId="{B2374C19-68CC-A708-BE52-9B54C5D43067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8029513" sldId="2147483833"/>
              <ac:spMk id="9" creationId="{3DB78EFF-64EB-434E-C695-EBCC2378A2D7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8029513" sldId="2147483833"/>
              <ac:spMk id="10" creationId="{348071E7-4A73-5592-AAD3-450B7E726867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8029513" sldId="2147483833"/>
              <ac:spMk id="18" creationId="{63B5D854-0502-C290-2A91-DC5CFFF5ABE9}"/>
            </ac:spMkLst>
          </pc:spChg>
          <pc:picChg chg="mod">
            <ac:chgData name="Mia Li" userId="S::mia.li@vixxo.com::be7afd5d-b9fa-48f2-84c7-6b35de25c4db" providerId="AD" clId="Web-{399423FE-5ADD-A051-5E37-2F9161E64FB5}" dt="2026-04-02T22:22:18.695" v="1"/>
            <ac:picMkLst>
              <pc:docMk/>
              <pc:sldMasterMk cId="0" sldId="2147483648"/>
              <pc:sldLayoutMk cId="68029513" sldId="2147483833"/>
              <ac:picMk id="12" creationId="{D631B3AB-CDFB-120C-406D-4285385B2919}"/>
            </ac:picMkLst>
          </pc:picChg>
          <pc:cxnChg chg="mod">
            <ac:chgData name="Mia Li" userId="S::mia.li@vixxo.com::be7afd5d-b9fa-48f2-84c7-6b35de25c4db" providerId="AD" clId="Web-{399423FE-5ADD-A051-5E37-2F9161E64FB5}" dt="2026-04-02T22:22:18.695" v="1"/>
            <ac:cxnSpMkLst>
              <pc:docMk/>
              <pc:sldMasterMk cId="0" sldId="2147483648"/>
              <pc:sldLayoutMk cId="68029513" sldId="2147483833"/>
              <ac:cxnSpMk id="5" creationId="{9546C4B1-3DDC-53DC-FA89-8A21EABD2E50}"/>
            </ac:cxnSpMkLst>
          </pc:cxn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753342421" sldId="2147483834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53342421" sldId="2147483834"/>
              <ac:spMk id="4" creationId="{9A88DE53-80E6-97A8-92B2-150F018D72B5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53342421" sldId="2147483834"/>
              <ac:spMk id="5" creationId="{9DDCCC93-45F2-6DFC-E693-0A7DCBF9E2F6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53342421" sldId="2147483834"/>
              <ac:spMk id="7" creationId="{2B0746D1-78C4-C134-BE9E-BF85E2F891B8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53342421" sldId="2147483834"/>
              <ac:spMk id="11" creationId="{A5C0B9B0-817C-441A-03B3-6F70CAC9D02F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53342421" sldId="2147483834"/>
              <ac:spMk id="13" creationId="{4F75ADFC-D424-263A-F272-C707722BC191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53342421" sldId="2147483834"/>
              <ac:spMk id="14" creationId="{CCC8D8A5-C2AC-49A4-46BB-E3CE93A2CE12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53342421" sldId="2147483834"/>
              <ac:spMk id="18" creationId="{63B5D854-0502-C290-2A91-DC5CFFF5ABE9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53342421" sldId="2147483834"/>
              <ac:spMk id="19" creationId="{02F947F0-6990-4E76-E092-AB60D047FF92}"/>
            </ac:spMkLst>
          </pc:spChg>
          <pc:picChg chg="mod">
            <ac:chgData name="Mia Li" userId="S::mia.li@vixxo.com::be7afd5d-b9fa-48f2-84c7-6b35de25c4db" providerId="AD" clId="Web-{399423FE-5ADD-A051-5E37-2F9161E64FB5}" dt="2026-04-02T22:22:18.695" v="1"/>
            <ac:picMkLst>
              <pc:docMk/>
              <pc:sldMasterMk cId="0" sldId="2147483648"/>
              <pc:sldLayoutMk cId="753342421" sldId="2147483834"/>
              <ac:picMk id="16" creationId="{A7F8E032-A926-1DE7-5531-59233B511F98}"/>
            </ac:picMkLst>
          </pc:picChg>
          <pc:cxnChg chg="mod">
            <ac:chgData name="Mia Li" userId="S::mia.li@vixxo.com::be7afd5d-b9fa-48f2-84c7-6b35de25c4db" providerId="AD" clId="Web-{399423FE-5ADD-A051-5E37-2F9161E64FB5}" dt="2026-04-02T22:22:18.695" v="1"/>
            <ac:cxnSpMkLst>
              <pc:docMk/>
              <pc:sldMasterMk cId="0" sldId="2147483648"/>
              <pc:sldLayoutMk cId="753342421" sldId="2147483834"/>
              <ac:cxnSpMk id="2" creationId="{5B04F89A-DD53-19A1-E3DD-8BAF2A16F863}"/>
            </ac:cxnSpMkLst>
          </pc:cxn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2866098860" sldId="2147483835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866098860" sldId="2147483835"/>
              <ac:spMk id="4" creationId="{DD698296-B4DA-F6D6-D903-C55AB5C16329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866098860" sldId="2147483835"/>
              <ac:spMk id="7" creationId="{E95DDBB8-6EDF-4E3C-32E8-C8967AD13650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866098860" sldId="2147483835"/>
              <ac:spMk id="9" creationId="{49504010-1572-56E5-B47F-439ECF5959A8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866098860" sldId="2147483835"/>
              <ac:spMk id="11" creationId="{5D4C5057-F84A-4B06-0801-B848478203AE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866098860" sldId="2147483835"/>
              <ac:spMk id="16" creationId="{403C577F-8760-19F1-B534-58118ABB9799}"/>
            </ac:spMkLst>
          </pc:spChg>
          <pc:picChg chg="mod">
            <ac:chgData name="Mia Li" userId="S::mia.li@vixxo.com::be7afd5d-b9fa-48f2-84c7-6b35de25c4db" providerId="AD" clId="Web-{399423FE-5ADD-A051-5E37-2F9161E64FB5}" dt="2026-04-02T22:22:18.695" v="1"/>
            <ac:picMkLst>
              <pc:docMk/>
              <pc:sldMasterMk cId="0" sldId="2147483648"/>
              <pc:sldLayoutMk cId="2866098860" sldId="2147483835"/>
              <ac:picMk id="14" creationId="{60E7A28B-010D-E220-DBFB-72E537AEE98B}"/>
            </ac:picMkLst>
          </pc:picChg>
          <pc:cxnChg chg="mod">
            <ac:chgData name="Mia Li" userId="S::mia.li@vixxo.com::be7afd5d-b9fa-48f2-84c7-6b35de25c4db" providerId="AD" clId="Web-{399423FE-5ADD-A051-5E37-2F9161E64FB5}" dt="2026-04-02T22:22:18.695" v="1"/>
            <ac:cxnSpMkLst>
              <pc:docMk/>
              <pc:sldMasterMk cId="0" sldId="2147483648"/>
              <pc:sldLayoutMk cId="2866098860" sldId="2147483835"/>
              <ac:cxnSpMk id="2" creationId="{69AEA4AA-B8DB-F586-06B1-5FC0FD562241}"/>
            </ac:cxnSpMkLst>
          </pc:cxn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2273729287" sldId="2147483836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273729287" sldId="2147483836"/>
              <ac:spMk id="5" creationId="{7A614443-D8F1-24AC-C0A1-9041D96F046B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273729287" sldId="2147483836"/>
              <ac:spMk id="11" creationId="{B47E3E09-ACE1-5AFD-607C-A1B0F7AD1703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273729287" sldId="2147483836"/>
              <ac:spMk id="13" creationId="{80308F2E-46CC-7B15-0B11-BD2037696003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273729287" sldId="2147483836"/>
              <ac:spMk id="14" creationId="{F638E519-CA4D-8515-9F7F-B2E8DC9B8312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273729287" sldId="2147483836"/>
              <ac:spMk id="15" creationId="{C116AC7B-24D3-2635-9516-6E2917641B33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273729287" sldId="2147483836"/>
              <ac:spMk id="16" creationId="{677D245F-C5C4-74FB-8119-5FDD7B873746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2273729287" sldId="2147483836"/>
              <ac:spMk id="20" creationId="{DDD9471B-0D08-CE5B-0F5A-657A49CC92FF}"/>
            </ac:spMkLst>
          </pc:spChg>
          <pc:picChg chg="mod">
            <ac:chgData name="Mia Li" userId="S::mia.li@vixxo.com::be7afd5d-b9fa-48f2-84c7-6b35de25c4db" providerId="AD" clId="Web-{399423FE-5ADD-A051-5E37-2F9161E64FB5}" dt="2026-04-02T22:22:18.695" v="1"/>
            <ac:picMkLst>
              <pc:docMk/>
              <pc:sldMasterMk cId="0" sldId="2147483648"/>
              <pc:sldLayoutMk cId="2273729287" sldId="2147483836"/>
              <ac:picMk id="18" creationId="{900B67F1-07F2-205B-9A8A-083554168E39}"/>
            </ac:picMkLst>
          </pc:picChg>
          <pc:cxnChg chg="mod">
            <ac:chgData name="Mia Li" userId="S::mia.li@vixxo.com::be7afd5d-b9fa-48f2-84c7-6b35de25c4db" providerId="AD" clId="Web-{399423FE-5ADD-A051-5E37-2F9161E64FB5}" dt="2026-04-02T22:22:18.695" v="1"/>
            <ac:cxnSpMkLst>
              <pc:docMk/>
              <pc:sldMasterMk cId="0" sldId="2147483648"/>
              <pc:sldLayoutMk cId="2273729287" sldId="2147483836"/>
              <ac:cxnSpMk id="2" creationId="{668185D3-8E9D-A7BE-4640-38C74907A23D}"/>
            </ac:cxnSpMkLst>
          </pc:cxn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3407478217" sldId="2147483837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3407478217" sldId="2147483837"/>
              <ac:spMk id="2" creationId="{17332C6F-D42F-2F21-F231-51E9AB34DCAC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3407478217" sldId="2147483837"/>
              <ac:spMk id="9" creationId="{25301DD2-FDFD-582F-7994-BB35E8D6ED47}"/>
            </ac:spMkLst>
          </pc:spChg>
          <pc:picChg chg="mod">
            <ac:chgData name="Mia Li" userId="S::mia.li@vixxo.com::be7afd5d-b9fa-48f2-84c7-6b35de25c4db" providerId="AD" clId="Web-{399423FE-5ADD-A051-5E37-2F9161E64FB5}" dt="2026-04-02T22:22:18.695" v="1"/>
            <ac:picMkLst>
              <pc:docMk/>
              <pc:sldMasterMk cId="0" sldId="2147483648"/>
              <pc:sldLayoutMk cId="3407478217" sldId="2147483837"/>
              <ac:picMk id="5" creationId="{AD27EDD1-2F20-0C85-3833-2DE87D39BD99}"/>
            </ac:picMkLst>
          </pc:picChg>
          <pc:cxnChg chg="mod">
            <ac:chgData name="Mia Li" userId="S::mia.li@vixxo.com::be7afd5d-b9fa-48f2-84c7-6b35de25c4db" providerId="AD" clId="Web-{399423FE-5ADD-A051-5E37-2F9161E64FB5}" dt="2026-04-02T22:22:18.695" v="1"/>
            <ac:cxnSpMkLst>
              <pc:docMk/>
              <pc:sldMasterMk cId="0" sldId="2147483648"/>
              <pc:sldLayoutMk cId="3407478217" sldId="2147483837"/>
              <ac:cxnSpMk id="3" creationId="{59A3C15E-9B19-BFF4-75BB-0C97C8703457}"/>
            </ac:cxnSpMkLst>
          </pc:cxn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1581649988" sldId="2147483838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1581649988" sldId="2147483838"/>
              <ac:spMk id="7" creationId="{C6A82C6F-FAD2-3001-9C21-C46FD2012A22}"/>
            </ac:spMkLst>
          </pc:spChg>
          <pc:picChg chg="mod">
            <ac:chgData name="Mia Li" userId="S::mia.li@vixxo.com::be7afd5d-b9fa-48f2-84c7-6b35de25c4db" providerId="AD" clId="Web-{399423FE-5ADD-A051-5E37-2F9161E64FB5}" dt="2026-04-02T22:22:18.695" v="1"/>
            <ac:picMkLst>
              <pc:docMk/>
              <pc:sldMasterMk cId="0" sldId="2147483648"/>
              <pc:sldLayoutMk cId="1581649988" sldId="2147483838"/>
              <ac:picMk id="4" creationId="{DA2ABA14-25D8-EF99-E4C8-4886E794370C}"/>
            </ac:picMkLst>
          </pc:picChg>
          <pc:cxnChg chg="mod">
            <ac:chgData name="Mia Li" userId="S::mia.li@vixxo.com::be7afd5d-b9fa-48f2-84c7-6b35de25c4db" providerId="AD" clId="Web-{399423FE-5ADD-A051-5E37-2F9161E64FB5}" dt="2026-04-02T22:22:18.695" v="1"/>
            <ac:cxnSpMkLst>
              <pc:docMk/>
              <pc:sldMasterMk cId="0" sldId="2147483648"/>
              <pc:sldLayoutMk cId="1581649988" sldId="2147483838"/>
              <ac:cxnSpMk id="3" creationId="{41FF877F-B96C-1E2D-C469-AB382E373F4B}"/>
            </ac:cxnSpMkLst>
          </pc:cxn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12919287" sldId="2147483839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12919287" sldId="2147483839"/>
              <ac:spMk id="3" creationId="{68C4B410-E072-7D37-3FB0-C1DC1DC96D92}"/>
            </ac:spMkLst>
          </pc:spChg>
          <pc:cxnChg chg="mod">
            <ac:chgData name="Mia Li" userId="S::mia.li@vixxo.com::be7afd5d-b9fa-48f2-84c7-6b35de25c4db" providerId="AD" clId="Web-{399423FE-5ADD-A051-5E37-2F9161E64FB5}" dt="2026-04-02T22:22:18.695" v="1"/>
            <ac:cxnSpMkLst>
              <pc:docMk/>
              <pc:sldMasterMk cId="0" sldId="2147483648"/>
              <pc:sldLayoutMk cId="12919287" sldId="2147483839"/>
              <ac:cxnSpMk id="2" creationId="{9E0AB22F-7A7C-5DA3-2BDA-6ED2A8EEEC3F}"/>
            </ac:cxnSpMkLst>
          </pc:cxn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634820604" sldId="2147483840"/>
          </pc:sldLayoutMkLst>
          <pc:spChg chg="mod">
            <ac:chgData name="Mia Li" userId="S::mia.li@vixxo.com::be7afd5d-b9fa-48f2-84c7-6b35de25c4db" providerId="AD" clId="Web-{399423FE-5ADD-A051-5E37-2F9161E64FB5}" dt="2026-04-02T22:21:22.899" v="0"/>
            <ac:spMkLst>
              <pc:docMk/>
              <pc:sldMasterMk cId="0" sldId="2147483648"/>
              <pc:sldLayoutMk cId="634820604" sldId="2147483840"/>
              <ac:spMk id="3" creationId="{18CCD766-6067-C0AD-AFE7-DF37F4D185AA}"/>
            </ac:spMkLst>
          </pc:spChg>
          <pc:spChg chg="mod">
            <ac:chgData name="Mia Li" userId="S::mia.li@vixxo.com::be7afd5d-b9fa-48f2-84c7-6b35de25c4db" providerId="AD" clId="Web-{399423FE-5ADD-A051-5E37-2F9161E64FB5}" dt="2026-04-02T22:21:22.899" v="0"/>
            <ac:spMkLst>
              <pc:docMk/>
              <pc:sldMasterMk cId="0" sldId="2147483648"/>
              <pc:sldLayoutMk cId="634820604" sldId="2147483840"/>
              <ac:spMk id="5" creationId="{82FD3A33-4D76-8813-6062-CACBCC9D80E2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34820604" sldId="2147483840"/>
              <ac:spMk id="8" creationId="{F1844889-36D5-5096-08E4-EF0E5A4E35E6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34820604" sldId="2147483840"/>
              <ac:spMk id="9" creationId="{49544653-C357-EDF2-4926-A3523B86E046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34820604" sldId="2147483840"/>
              <ac:spMk id="12" creationId="{613AD861-A6F8-B956-C39B-66D1C295E3E7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34820604" sldId="2147483840"/>
              <ac:spMk id="18" creationId="{3B5CCFB4-8BFB-FC5E-ECCC-477547FB45EE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34820604" sldId="2147483840"/>
              <ac:spMk id="40" creationId="{93A9DEF5-22AF-20EA-DD66-624B618C7466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34820604" sldId="2147483840"/>
              <ac:spMk id="44" creationId="{BD1AD8E9-14E0-DEBC-E279-0419F76C33F2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34820604" sldId="2147483840"/>
              <ac:spMk id="46" creationId="{F1D3D7EE-F7FA-605D-CAAE-D7BAF4AEF33B}"/>
            </ac:spMkLst>
          </pc:spChg>
          <pc:spChg chg="mod">
            <ac:chgData name="Mia Li" userId="S::mia.li@vixxo.com::be7afd5d-b9fa-48f2-84c7-6b35de25c4db" providerId="AD" clId="Web-{399423FE-5ADD-A051-5E37-2F9161E64FB5}" dt="2026-04-02T22:21:22.899" v="0"/>
            <ac:spMkLst>
              <pc:docMk/>
              <pc:sldMasterMk cId="0" sldId="2147483648"/>
              <pc:sldLayoutMk cId="634820604" sldId="2147483840"/>
              <ac:spMk id="50" creationId="{596198EA-48D9-ABBF-390D-B78B363BC457}"/>
            </ac:spMkLst>
          </pc:spChg>
          <pc:spChg chg="mod">
            <ac:chgData name="Mia Li" userId="S::mia.li@vixxo.com::be7afd5d-b9fa-48f2-84c7-6b35de25c4db" providerId="AD" clId="Web-{399423FE-5ADD-A051-5E37-2F9161E64FB5}" dt="2026-04-02T22:21:22.899" v="0"/>
            <ac:spMkLst>
              <pc:docMk/>
              <pc:sldMasterMk cId="0" sldId="2147483648"/>
              <pc:sldLayoutMk cId="634820604" sldId="2147483840"/>
              <ac:spMk id="63" creationId="{40CD25C0-586C-D957-6825-6D6710EBD51A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34820604" sldId="2147483840"/>
              <ac:spMk id="64" creationId="{120C9134-BC48-BFC1-F517-AEE33ACBB604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34820604" sldId="2147483840"/>
              <ac:spMk id="65" creationId="{18C9CD3F-F162-9939-C3C3-AA9A9D593B74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634820604" sldId="2147483840"/>
              <ac:spMk id="72" creationId="{B3EF78C3-4E47-1004-7D9F-D9F74C9C4DB1}"/>
            </ac:spMkLst>
          </pc:spChg>
          <pc:spChg chg="mod">
            <ac:chgData name="Mia Li" userId="S::mia.li@vixxo.com::be7afd5d-b9fa-48f2-84c7-6b35de25c4db" providerId="AD" clId="Web-{399423FE-5ADD-A051-5E37-2F9161E64FB5}" dt="2026-04-02T22:21:22.899" v="0"/>
            <ac:spMkLst>
              <pc:docMk/>
              <pc:sldMasterMk cId="0" sldId="2147483648"/>
              <pc:sldLayoutMk cId="634820604" sldId="2147483840"/>
              <ac:spMk id="74" creationId="{76929A81-ED4D-4F1C-F51C-D9285B7CA811}"/>
            </ac:spMkLst>
          </pc:spChg>
        </pc:sldLayoutChg>
        <pc:sldLayoutChg chg="modSp">
          <pc:chgData name="Mia Li" userId="S::mia.li@vixxo.com::be7afd5d-b9fa-48f2-84c7-6b35de25c4db" providerId="AD" clId="Web-{399423FE-5ADD-A051-5E37-2F9161E64FB5}" dt="2026-04-02T22:22:18.695" v="1"/>
          <pc:sldLayoutMkLst>
            <pc:docMk/>
            <pc:sldMasterMk cId="0" sldId="2147483648"/>
            <pc:sldLayoutMk cId="72092772" sldId="2147483841"/>
          </pc:sldLayoutMkLst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2092772" sldId="2147483841"/>
              <ac:spMk id="19" creationId="{5A9AF05B-3468-4E36-B933-0E1F2769FDA2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2092772" sldId="2147483841"/>
              <ac:spMk id="25" creationId="{3A9EDEA1-D41B-47A1-9E3F-B07C42DAD455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2092772" sldId="2147483841"/>
              <ac:spMk id="26" creationId="{D0FC2E45-8089-45D0-8082-6938FC2CBB69}"/>
            </ac:spMkLst>
          </pc:spChg>
          <pc:spChg chg="mod">
            <ac:chgData name="Mia Li" userId="S::mia.li@vixxo.com::be7afd5d-b9fa-48f2-84c7-6b35de25c4db" providerId="AD" clId="Web-{399423FE-5ADD-A051-5E37-2F9161E64FB5}" dt="2026-04-02T22:22:18.695" v="1"/>
            <ac:spMkLst>
              <pc:docMk/>
              <pc:sldMasterMk cId="0" sldId="2147483648"/>
              <pc:sldLayoutMk cId="72092772" sldId="2147483841"/>
              <ac:spMk id="29" creationId="{C042D488-E703-40B4-AC63-97A46FA0A78C}"/>
            </ac:spMkLst>
          </pc:spChg>
        </pc:sldLayoutChg>
      </pc:sldMasterChg>
    </pc:docChg>
  </pc:docChgLst>
  <pc:docChgLst>
    <pc:chgData name="Mia Li" userId="be7afd5d-b9fa-48f2-84c7-6b35de25c4db" providerId="ADAL" clId="{8751894C-60AD-4279-99A6-4F4C14567C92}"/>
    <pc:docChg chg="undo custSel modSld">
      <pc:chgData name="Mia Li" userId="be7afd5d-b9fa-48f2-84c7-6b35de25c4db" providerId="ADAL" clId="{8751894C-60AD-4279-99A6-4F4C14567C92}" dt="2026-04-02T22:43:34.181" v="48" actId="167"/>
      <pc:docMkLst>
        <pc:docMk/>
      </pc:docMkLst>
      <pc:sldChg chg="addSp modSp mod">
        <pc:chgData name="Mia Li" userId="be7afd5d-b9fa-48f2-84c7-6b35de25c4db" providerId="ADAL" clId="{8751894C-60AD-4279-99A6-4F4C14567C92}" dt="2026-04-02T22:43:34.181" v="48" actId="167"/>
        <pc:sldMkLst>
          <pc:docMk/>
          <pc:sldMk cId="651028210" sldId="693"/>
        </pc:sldMkLst>
        <pc:spChg chg="add mod ord">
          <ac:chgData name="Mia Li" userId="be7afd5d-b9fa-48f2-84c7-6b35de25c4db" providerId="ADAL" clId="{8751894C-60AD-4279-99A6-4F4C14567C92}" dt="2026-04-02T22:43:34.181" v="48" actId="167"/>
          <ac:spMkLst>
            <pc:docMk/>
            <pc:sldMk cId="651028210" sldId="693"/>
            <ac:spMk id="5" creationId="{E69C9E0E-9C32-B688-A049-EE46AC268A45}"/>
          </ac:spMkLst>
        </pc:spChg>
        <pc:spChg chg="add mod ord">
          <ac:chgData name="Mia Li" userId="be7afd5d-b9fa-48f2-84c7-6b35de25c4db" providerId="ADAL" clId="{8751894C-60AD-4279-99A6-4F4C14567C92}" dt="2026-04-02T22:43:34.181" v="48" actId="167"/>
          <ac:spMkLst>
            <pc:docMk/>
            <pc:sldMk cId="651028210" sldId="693"/>
            <ac:spMk id="15" creationId="{E9E45044-114C-70DB-D78D-35BF7BAAB0E5}"/>
          </ac:spMkLst>
        </pc:spChg>
        <pc:grpChg chg="mod">
          <ac:chgData name="Mia Li" userId="be7afd5d-b9fa-48f2-84c7-6b35de25c4db" providerId="ADAL" clId="{8751894C-60AD-4279-99A6-4F4C14567C92}" dt="2026-04-02T22:40:51.581" v="19" actId="1076"/>
          <ac:grpSpMkLst>
            <pc:docMk/>
            <pc:sldMk cId="651028210" sldId="693"/>
            <ac:grpSpMk id="14" creationId="{17866C35-4CE3-586A-3CD0-6AE74D338C52}"/>
          </ac:grpSpMkLst>
        </pc:grpChg>
        <pc:picChg chg="mod ord modCrop">
          <ac:chgData name="Mia Li" userId="be7afd5d-b9fa-48f2-84c7-6b35de25c4db" providerId="ADAL" clId="{8751894C-60AD-4279-99A6-4F4C14567C92}" dt="2026-04-02T22:41:54.951" v="29" actId="18131"/>
          <ac:picMkLst>
            <pc:docMk/>
            <pc:sldMk cId="651028210" sldId="693"/>
            <ac:picMk id="4" creationId="{1EA9BD34-07FB-2B38-DF3B-0E3047B1B734}"/>
          </ac:picMkLst>
        </pc:picChg>
        <pc:picChg chg="ord">
          <ac:chgData name="Mia Li" userId="be7afd5d-b9fa-48f2-84c7-6b35de25c4db" providerId="ADAL" clId="{8751894C-60AD-4279-99A6-4F4C14567C92}" dt="2026-04-02T22:40:43.645" v="17" actId="167"/>
          <ac:picMkLst>
            <pc:docMk/>
            <pc:sldMk cId="651028210" sldId="693"/>
            <ac:picMk id="6" creationId="{11432EDD-58AE-BDAC-3A48-F02D179280A2}"/>
          </ac:picMkLst>
        </pc:picChg>
      </pc:sldChg>
    </pc:docChg>
  </pc:docChgLst>
  <pc:docChgLst>
    <pc:chgData name="Mia Li" userId="S::mia.li@vixxo.com::be7afd5d-b9fa-48f2-84c7-6b35de25c4db" providerId="AD" clId="Web-{91164227-4D16-9B3F-F0D9-67966F28BE74}"/>
    <pc:docChg chg="modSld">
      <pc:chgData name="Mia Li" userId="S::mia.li@vixxo.com::be7afd5d-b9fa-48f2-84c7-6b35de25c4db" providerId="AD" clId="Web-{91164227-4D16-9B3F-F0D9-67966F28BE74}" dt="2026-04-02T22:38:10.474" v="69" actId="1076"/>
      <pc:docMkLst>
        <pc:docMk/>
      </pc:docMkLst>
      <pc:sldChg chg="modSp">
        <pc:chgData name="Mia Li" userId="S::mia.li@vixxo.com::be7afd5d-b9fa-48f2-84c7-6b35de25c4db" providerId="AD" clId="Web-{91164227-4D16-9B3F-F0D9-67966F28BE74}" dt="2026-04-02T22:29:18.140" v="7" actId="14100"/>
        <pc:sldMkLst>
          <pc:docMk/>
          <pc:sldMk cId="3747400455" sldId="258"/>
        </pc:sldMkLst>
        <pc:spChg chg="mod">
          <ac:chgData name="Mia Li" userId="S::mia.li@vixxo.com::be7afd5d-b9fa-48f2-84c7-6b35de25c4db" providerId="AD" clId="Web-{91164227-4D16-9B3F-F0D9-67966F28BE74}" dt="2026-04-02T22:29:18.140" v="7" actId="14100"/>
          <ac:spMkLst>
            <pc:docMk/>
            <pc:sldMk cId="3747400455" sldId="258"/>
            <ac:spMk id="4" creationId="{00000000-0000-0000-0000-000000000000}"/>
          </ac:spMkLst>
        </pc:spChg>
      </pc:sldChg>
      <pc:sldChg chg="modSp">
        <pc:chgData name="Mia Li" userId="S::mia.li@vixxo.com::be7afd5d-b9fa-48f2-84c7-6b35de25c4db" providerId="AD" clId="Web-{91164227-4D16-9B3F-F0D9-67966F28BE74}" dt="2026-04-02T22:28:58.265" v="6"/>
        <pc:sldMkLst>
          <pc:docMk/>
          <pc:sldMk cId="0" sldId="264"/>
        </pc:sldMkLst>
        <pc:spChg chg="mod">
          <ac:chgData name="Mia Li" userId="S::mia.li@vixxo.com::be7afd5d-b9fa-48f2-84c7-6b35de25c4db" providerId="AD" clId="Web-{91164227-4D16-9B3F-F0D9-67966F28BE74}" dt="2026-04-02T22:28:58.265" v="6"/>
          <ac:spMkLst>
            <pc:docMk/>
            <pc:sldMk cId="0" sldId="264"/>
            <ac:spMk id="1926" creationId="{00000000-0000-0000-0000-000000000000}"/>
          </ac:spMkLst>
        </pc:spChg>
      </pc:sldChg>
      <pc:sldChg chg="addSp delSp modSp">
        <pc:chgData name="Mia Li" userId="S::mia.li@vixxo.com::be7afd5d-b9fa-48f2-84c7-6b35de25c4db" providerId="AD" clId="Web-{91164227-4D16-9B3F-F0D9-67966F28BE74}" dt="2026-04-02T22:29:48.391" v="24"/>
        <pc:sldMkLst>
          <pc:docMk/>
          <pc:sldMk cId="2236624434" sldId="265"/>
        </pc:sldMkLst>
        <pc:spChg chg="mod">
          <ac:chgData name="Mia Li" userId="S::mia.li@vixxo.com::be7afd5d-b9fa-48f2-84c7-6b35de25c4db" providerId="AD" clId="Web-{91164227-4D16-9B3F-F0D9-67966F28BE74}" dt="2026-04-02T22:29:33.922" v="21"/>
          <ac:spMkLst>
            <pc:docMk/>
            <pc:sldMk cId="2236624434" sldId="265"/>
            <ac:spMk id="4" creationId="{09506F85-7B03-42ED-863B-8D68D77A5F9E}"/>
          </ac:spMkLst>
        </pc:spChg>
        <pc:spChg chg="mod">
          <ac:chgData name="Mia Li" userId="S::mia.li@vixxo.com::be7afd5d-b9fa-48f2-84c7-6b35de25c4db" providerId="AD" clId="Web-{91164227-4D16-9B3F-F0D9-67966F28BE74}" dt="2026-04-02T22:29:33.922" v="15"/>
          <ac:spMkLst>
            <pc:docMk/>
            <pc:sldMk cId="2236624434" sldId="265"/>
            <ac:spMk id="6" creationId="{698F9EEE-4A19-421B-93E4-7B31902A871B}"/>
          </ac:spMkLst>
        </pc:spChg>
        <pc:spChg chg="mod">
          <ac:chgData name="Mia Li" userId="S::mia.li@vixxo.com::be7afd5d-b9fa-48f2-84c7-6b35de25c4db" providerId="AD" clId="Web-{91164227-4D16-9B3F-F0D9-67966F28BE74}" dt="2026-04-02T22:29:33.922" v="16"/>
          <ac:spMkLst>
            <pc:docMk/>
            <pc:sldMk cId="2236624434" sldId="265"/>
            <ac:spMk id="9" creationId="{9DBFF4B4-6C7A-4978-A722-66D9037ACC37}"/>
          </ac:spMkLst>
        </pc:spChg>
        <pc:spChg chg="add del mod">
          <ac:chgData name="Mia Li" userId="S::mia.li@vixxo.com::be7afd5d-b9fa-48f2-84c7-6b35de25c4db" providerId="AD" clId="Web-{91164227-4D16-9B3F-F0D9-67966F28BE74}" dt="2026-04-02T22:29:48.391" v="24"/>
          <ac:spMkLst>
            <pc:docMk/>
            <pc:sldMk cId="2236624434" sldId="265"/>
            <ac:spMk id="27" creationId="{5AC38085-33C9-CDF8-175F-503202226D36}"/>
          </ac:spMkLst>
        </pc:spChg>
        <pc:spChg chg="mod">
          <ac:chgData name="Mia Li" userId="S::mia.li@vixxo.com::be7afd5d-b9fa-48f2-84c7-6b35de25c4db" providerId="AD" clId="Web-{91164227-4D16-9B3F-F0D9-67966F28BE74}" dt="2026-04-02T22:29:33.922" v="20"/>
          <ac:spMkLst>
            <pc:docMk/>
            <pc:sldMk cId="2236624434" sldId="265"/>
            <ac:spMk id="29" creationId="{A02B9FF5-E5C6-A1CB-9928-C96F72E0A0F8}"/>
          </ac:spMkLst>
        </pc:spChg>
        <pc:spChg chg="mod">
          <ac:chgData name="Mia Li" userId="S::mia.li@vixxo.com::be7afd5d-b9fa-48f2-84c7-6b35de25c4db" providerId="AD" clId="Web-{91164227-4D16-9B3F-F0D9-67966F28BE74}" dt="2026-04-02T22:29:33.922" v="18"/>
          <ac:spMkLst>
            <pc:docMk/>
            <pc:sldMk cId="2236624434" sldId="265"/>
            <ac:spMk id="31" creationId="{ECA8C3BA-449E-07B1-85F2-2E1DD07E9A42}"/>
          </ac:spMkLst>
        </pc:spChg>
        <pc:picChg chg="mod">
          <ac:chgData name="Mia Li" userId="S::mia.li@vixxo.com::be7afd5d-b9fa-48f2-84c7-6b35de25c4db" providerId="AD" clId="Web-{91164227-4D16-9B3F-F0D9-67966F28BE74}" dt="2026-04-02T22:29:33.922" v="17"/>
          <ac:picMkLst>
            <pc:docMk/>
            <pc:sldMk cId="2236624434" sldId="265"/>
            <ac:picMk id="17" creationId="{C5A0F3DB-4A2D-B1C0-8A72-2E2C0B677A86}"/>
          </ac:picMkLst>
        </pc:picChg>
      </pc:sldChg>
      <pc:sldChg chg="delSp">
        <pc:chgData name="Mia Li" userId="S::mia.li@vixxo.com::be7afd5d-b9fa-48f2-84c7-6b35de25c4db" providerId="AD" clId="Web-{91164227-4D16-9B3F-F0D9-67966F28BE74}" dt="2026-04-02T22:27:38.669" v="4"/>
        <pc:sldMkLst>
          <pc:docMk/>
          <pc:sldMk cId="0" sldId="277"/>
        </pc:sldMkLst>
        <pc:spChg chg="del">
          <ac:chgData name="Mia Li" userId="S::mia.li@vixxo.com::be7afd5d-b9fa-48f2-84c7-6b35de25c4db" providerId="AD" clId="Web-{91164227-4D16-9B3F-F0D9-67966F28BE74}" dt="2026-04-02T22:27:38.669" v="4"/>
          <ac:spMkLst>
            <pc:docMk/>
            <pc:sldMk cId="0" sldId="277"/>
            <ac:spMk id="11" creationId="{F2B1D825-6945-2BD2-0699-D1978740C811}"/>
          </ac:spMkLst>
        </pc:spChg>
      </pc:sldChg>
      <pc:sldChg chg="modSp">
        <pc:chgData name="Mia Li" userId="S::mia.li@vixxo.com::be7afd5d-b9fa-48f2-84c7-6b35de25c4db" providerId="AD" clId="Web-{91164227-4D16-9B3F-F0D9-67966F28BE74}" dt="2026-04-02T22:31:27.392" v="29" actId="14100"/>
        <pc:sldMkLst>
          <pc:docMk/>
          <pc:sldMk cId="3415267758" sldId="662"/>
        </pc:sldMkLst>
        <pc:spChg chg="mod">
          <ac:chgData name="Mia Li" userId="S::mia.li@vixxo.com::be7afd5d-b9fa-48f2-84c7-6b35de25c4db" providerId="AD" clId="Web-{91164227-4D16-9B3F-F0D9-67966F28BE74}" dt="2026-04-02T22:31:27.392" v="29" actId="14100"/>
          <ac:spMkLst>
            <pc:docMk/>
            <pc:sldMk cId="3415267758" sldId="662"/>
            <ac:spMk id="18" creationId="{44D80180-C090-4593-7165-5BCBB6A3173C}"/>
          </ac:spMkLst>
        </pc:spChg>
      </pc:sldChg>
      <pc:sldChg chg="modSp">
        <pc:chgData name="Mia Li" userId="S::mia.li@vixxo.com::be7afd5d-b9fa-48f2-84c7-6b35de25c4db" providerId="AD" clId="Web-{91164227-4D16-9B3F-F0D9-67966F28BE74}" dt="2026-04-02T22:30:27.329" v="25" actId="14100"/>
        <pc:sldMkLst>
          <pc:docMk/>
          <pc:sldMk cId="2775163146" sldId="663"/>
        </pc:sldMkLst>
        <pc:picChg chg="mod">
          <ac:chgData name="Mia Li" userId="S::mia.li@vixxo.com::be7afd5d-b9fa-48f2-84c7-6b35de25c4db" providerId="AD" clId="Web-{91164227-4D16-9B3F-F0D9-67966F28BE74}" dt="2026-04-02T22:30:27.329" v="25" actId="14100"/>
          <ac:picMkLst>
            <pc:docMk/>
            <pc:sldMk cId="2775163146" sldId="663"/>
            <ac:picMk id="6" creationId="{5349240F-D633-F71D-016A-DC86594DCE42}"/>
          </ac:picMkLst>
        </pc:picChg>
      </pc:sldChg>
      <pc:sldChg chg="delSp mod setBg">
        <pc:chgData name="Mia Li" userId="S::mia.li@vixxo.com::be7afd5d-b9fa-48f2-84c7-6b35de25c4db" providerId="AD" clId="Web-{91164227-4D16-9B3F-F0D9-67966F28BE74}" dt="2026-04-02T22:27:02.856" v="1"/>
        <pc:sldMkLst>
          <pc:docMk/>
          <pc:sldMk cId="1240486927" sldId="664"/>
        </pc:sldMkLst>
        <pc:spChg chg="del">
          <ac:chgData name="Mia Li" userId="S::mia.li@vixxo.com::be7afd5d-b9fa-48f2-84c7-6b35de25c4db" providerId="AD" clId="Web-{91164227-4D16-9B3F-F0D9-67966F28BE74}" dt="2026-04-02T22:27:02.856" v="1"/>
          <ac:spMkLst>
            <pc:docMk/>
            <pc:sldMk cId="1240486927" sldId="664"/>
            <ac:spMk id="7" creationId="{165FD172-F7EB-64E6-D127-895F79A4FC56}"/>
          </ac:spMkLst>
        </pc:spChg>
      </pc:sldChg>
      <pc:sldChg chg="addSp delSp modSp">
        <pc:chgData name="Mia Li" userId="S::mia.li@vixxo.com::be7afd5d-b9fa-48f2-84c7-6b35de25c4db" providerId="AD" clId="Web-{91164227-4D16-9B3F-F0D9-67966F28BE74}" dt="2026-04-02T22:38:10.474" v="69" actId="1076"/>
        <pc:sldMkLst>
          <pc:docMk/>
          <pc:sldMk cId="651028210" sldId="693"/>
        </pc:sldMkLst>
        <pc:spChg chg="del mod ord">
          <ac:chgData name="Mia Li" userId="S::mia.li@vixxo.com::be7afd5d-b9fa-48f2-84c7-6b35de25c4db" providerId="AD" clId="Web-{91164227-4D16-9B3F-F0D9-67966F28BE74}" dt="2026-04-02T22:36:37.145" v="61"/>
          <ac:spMkLst>
            <pc:docMk/>
            <pc:sldMk cId="651028210" sldId="693"/>
            <ac:spMk id="12" creationId="{C46F0CE8-3C34-2431-E94E-4F4DDD2D5244}"/>
          </ac:spMkLst>
        </pc:spChg>
        <pc:spChg chg="del mod ord modVis">
          <ac:chgData name="Mia Li" userId="S::mia.li@vixxo.com::be7afd5d-b9fa-48f2-84c7-6b35de25c4db" providerId="AD" clId="Web-{91164227-4D16-9B3F-F0D9-67966F28BE74}" dt="2026-04-02T22:36:40.005" v="62"/>
          <ac:spMkLst>
            <pc:docMk/>
            <pc:sldMk cId="651028210" sldId="693"/>
            <ac:spMk id="13" creationId="{207948A9-5594-95B1-2666-8D4698AC9659}"/>
          </ac:spMkLst>
        </pc:spChg>
        <pc:grpChg chg="mod">
          <ac:chgData name="Mia Li" userId="S::mia.li@vixxo.com::be7afd5d-b9fa-48f2-84c7-6b35de25c4db" providerId="AD" clId="Web-{91164227-4D16-9B3F-F0D9-67966F28BE74}" dt="2026-04-02T22:34:51.301" v="51" actId="1076"/>
          <ac:grpSpMkLst>
            <pc:docMk/>
            <pc:sldMk cId="651028210" sldId="693"/>
            <ac:grpSpMk id="14" creationId="{17866C35-4CE3-586A-3CD0-6AE74D338C52}"/>
          </ac:grpSpMkLst>
        </pc:grpChg>
        <pc:picChg chg="add mod modCrop">
          <ac:chgData name="Mia Li" userId="S::mia.li@vixxo.com::be7afd5d-b9fa-48f2-84c7-6b35de25c4db" providerId="AD" clId="Web-{91164227-4D16-9B3F-F0D9-67966F28BE74}" dt="2026-04-02T22:38:10.474" v="69" actId="1076"/>
          <ac:picMkLst>
            <pc:docMk/>
            <pc:sldMk cId="651028210" sldId="693"/>
            <ac:picMk id="4" creationId="{1EA9BD34-07FB-2B38-DF3B-0E3047B1B734}"/>
          </ac:picMkLst>
        </pc:picChg>
        <pc:picChg chg="mod">
          <ac:chgData name="Mia Li" userId="S::mia.li@vixxo.com::be7afd5d-b9fa-48f2-84c7-6b35de25c4db" providerId="AD" clId="Web-{91164227-4D16-9B3F-F0D9-67966F28BE74}" dt="2026-04-02T22:37:34.864" v="64" actId="1076"/>
          <ac:picMkLst>
            <pc:docMk/>
            <pc:sldMk cId="651028210" sldId="693"/>
            <ac:picMk id="6" creationId="{11432EDD-58AE-BDAC-3A48-F02D179280A2}"/>
          </ac:picMkLst>
        </pc:picChg>
        <pc:picChg chg="mod ord">
          <ac:chgData name="Mia Li" userId="S::mia.li@vixxo.com::be7afd5d-b9fa-48f2-84c7-6b35de25c4db" providerId="AD" clId="Web-{91164227-4D16-9B3F-F0D9-67966F28BE74}" dt="2026-04-02T22:36:09.958" v="58" actId="1076"/>
          <ac:picMkLst>
            <pc:docMk/>
            <pc:sldMk cId="651028210" sldId="693"/>
            <ac:picMk id="7" creationId="{545C6FE7-C85D-F8D3-098F-93551F006127}"/>
          </ac:picMkLst>
        </pc:picChg>
      </pc:sldChg>
      <pc:sldChg chg="addSp delSp">
        <pc:chgData name="Mia Li" userId="S::mia.li@vixxo.com::be7afd5d-b9fa-48f2-84c7-6b35de25c4db" providerId="AD" clId="Web-{91164227-4D16-9B3F-F0D9-67966F28BE74}" dt="2026-04-02T22:27:14.981" v="3"/>
        <pc:sldMkLst>
          <pc:docMk/>
          <pc:sldMk cId="1752364275" sldId="2145707185"/>
        </pc:sldMkLst>
        <pc:picChg chg="add del">
          <ac:chgData name="Mia Li" userId="S::mia.li@vixxo.com::be7afd5d-b9fa-48f2-84c7-6b35de25c4db" providerId="AD" clId="Web-{91164227-4D16-9B3F-F0D9-67966F28BE74}" dt="2026-04-02T22:27:14.981" v="3"/>
          <ac:picMkLst>
            <pc:docMk/>
            <pc:sldMk cId="1752364275" sldId="2145707185"/>
            <ac:picMk id="448" creationId="{53929F85-963B-CCD7-3434-F07B1E37809C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122E1F2-81AC-31ED-4FFC-CABBE6921C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9C0A9-227D-C0B6-1291-00FE086E24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8BBE5-D357-46B8-BFE6-A01D87788644}" type="datetimeFigureOut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4/2/2026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41D9B2-D6BD-BE8E-9C32-9FF462B0F1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EBC02-E0E6-FECD-3445-3DDA3B802F0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1F07C-AD0D-4FC5-8F0F-48257A3218E5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908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Shape 172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28" name="Shape 172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3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2374C19-68CC-A708-BE52-9B54C5D43067}"/>
              </a:ext>
            </a:extLst>
          </p:cNvPr>
          <p:cNvSpPr/>
          <p:nvPr userDrawn="1"/>
        </p:nvSpPr>
        <p:spPr>
          <a:xfrm>
            <a:off x="9519557" y="1486"/>
            <a:ext cx="2680607" cy="691448"/>
          </a:xfrm>
          <a:custGeom>
            <a:avLst/>
            <a:gdLst>
              <a:gd name="connsiteX0" fmla="*/ 0 w 5361214"/>
              <a:gd name="connsiteY0" fmla="*/ 0 h 1382895"/>
              <a:gd name="connsiteX1" fmla="*/ 5361214 w 5361214"/>
              <a:gd name="connsiteY1" fmla="*/ 0 h 1382895"/>
              <a:gd name="connsiteX2" fmla="*/ 5361214 w 5361214"/>
              <a:gd name="connsiteY2" fmla="*/ 1382895 h 1382895"/>
              <a:gd name="connsiteX3" fmla="*/ 0 w 5361214"/>
              <a:gd name="connsiteY3" fmla="*/ 1382895 h 138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1214" h="1382895">
                <a:moveTo>
                  <a:pt x="0" y="0"/>
                </a:moveTo>
                <a:lnTo>
                  <a:pt x="5361214" y="0"/>
                </a:lnTo>
                <a:lnTo>
                  <a:pt x="5361214" y="1382895"/>
                </a:lnTo>
                <a:lnTo>
                  <a:pt x="0" y="1382895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8071E7-4A73-5592-AAD3-450B7E726867}"/>
              </a:ext>
            </a:extLst>
          </p:cNvPr>
          <p:cNvSpPr/>
          <p:nvPr userDrawn="1"/>
        </p:nvSpPr>
        <p:spPr>
          <a:xfrm>
            <a:off x="0" y="1486"/>
            <a:ext cx="10817233" cy="691448"/>
          </a:xfrm>
          <a:custGeom>
            <a:avLst/>
            <a:gdLst>
              <a:gd name="connsiteX0" fmla="*/ 0 w 21634465"/>
              <a:gd name="connsiteY0" fmla="*/ 0 h 1382895"/>
              <a:gd name="connsiteX1" fmla="*/ 21634465 w 21634465"/>
              <a:gd name="connsiteY1" fmla="*/ 0 h 1382895"/>
              <a:gd name="connsiteX2" fmla="*/ 20784743 w 21634465"/>
              <a:gd name="connsiteY2" fmla="*/ 1382895 h 1382895"/>
              <a:gd name="connsiteX3" fmla="*/ 0 w 21634465"/>
              <a:gd name="connsiteY3" fmla="*/ 1382895 h 138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4465" h="1382895">
                <a:moveTo>
                  <a:pt x="0" y="0"/>
                </a:moveTo>
                <a:lnTo>
                  <a:pt x="21634465" y="0"/>
                </a:lnTo>
                <a:lnTo>
                  <a:pt x="20784743" y="1382895"/>
                </a:lnTo>
                <a:lnTo>
                  <a:pt x="0" y="1382895"/>
                </a:ln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D2340-D48D-B131-6EDA-2AB2BB79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14" y="1486"/>
            <a:ext cx="9060544" cy="691448"/>
          </a:xfrm>
        </p:spPr>
        <p:txBody>
          <a:bodyPr anchor="ctr">
            <a:normAutofit/>
          </a:bodyPr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12" name="Picture 11" descr="A green and black sign&#10;&#10;AI-generated content may be incorrect.">
            <a:extLst>
              <a:ext uri="{FF2B5EF4-FFF2-40B4-BE49-F238E27FC236}">
                <a16:creationId xmlns:a16="http://schemas.microsoft.com/office/drawing/2014/main" id="{D631B3AB-CDFB-120C-406D-4285385B29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4" y="6329777"/>
            <a:ext cx="1373127" cy="416053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3B5D854-0502-C290-2A91-DC5CFFF5AB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788" y="1034716"/>
            <a:ext cx="11282363" cy="4745372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Arial" panose="020B0604020202020204" pitchFamily="34" charset="0"/>
              <a:buChar char="•"/>
              <a:defRPr sz="2000" cap="none">
                <a:solidFill>
                  <a:schemeClr val="bg2"/>
                </a:solidFill>
              </a:defRPr>
            </a:lvl1pPr>
            <a:lvl2pPr marL="881857" indent="-424657">
              <a:lnSpc>
                <a:spcPct val="100000"/>
              </a:lnSpc>
              <a:buFont typeface="Arial" panose="020B0604020202020204" pitchFamily="34" charset="0"/>
              <a:buChar char="•"/>
              <a:defRPr sz="2000" cap="none">
                <a:solidFill>
                  <a:schemeClr val="bg2"/>
                </a:solidFill>
              </a:defRPr>
            </a:lvl2pPr>
            <a:lvl3pPr marL="1371600" indent="-489744">
              <a:lnSpc>
                <a:spcPct val="100000"/>
              </a:lnSpc>
              <a:buFont typeface="Arial" panose="020B0604020202020204" pitchFamily="34" charset="0"/>
              <a:buChar char="•"/>
              <a:defRPr sz="2000" cap="none">
                <a:solidFill>
                  <a:schemeClr val="bg2"/>
                </a:solidFill>
              </a:defRPr>
            </a:lvl3pPr>
            <a:lvl4pPr marL="1828800" indent="-457200">
              <a:lnSpc>
                <a:spcPct val="100000"/>
              </a:lnSpc>
              <a:buFont typeface="Arial" panose="020B0604020202020204" pitchFamily="34" charset="0"/>
              <a:buChar char="•"/>
              <a:defRPr sz="2000" cap="none">
                <a:solidFill>
                  <a:schemeClr val="bg2"/>
                </a:solidFill>
              </a:defRPr>
            </a:lvl4pPr>
            <a:lvl5pPr marL="2286000" indent="-457200">
              <a:lnSpc>
                <a:spcPct val="100000"/>
              </a:lnSpc>
              <a:buFont typeface="Arial" panose="020B0604020202020204" pitchFamily="34" charset="0"/>
              <a:buChar char="•"/>
              <a:defRPr sz="2000" cap="none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DB78EFF-64EB-434E-C695-EBCC2378A2D7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10096012" y="692933"/>
            <a:ext cx="2104152" cy="2026204"/>
          </a:xfrm>
          <a:custGeom>
            <a:avLst/>
            <a:gdLst>
              <a:gd name="connsiteX0" fmla="*/ 0 w 4343402"/>
              <a:gd name="connsiteY0" fmla="*/ 0 h 4182502"/>
              <a:gd name="connsiteX1" fmla="*/ 671892 w 4343402"/>
              <a:gd name="connsiteY1" fmla="*/ 0 h 4182502"/>
              <a:gd name="connsiteX2" fmla="*/ 1490442 w 4343402"/>
              <a:gd name="connsiteY2" fmla="*/ 1306853 h 4182502"/>
              <a:gd name="connsiteX3" fmla="*/ 1491598 w 4343402"/>
              <a:gd name="connsiteY3" fmla="*/ 1306853 h 4182502"/>
              <a:gd name="connsiteX4" fmla="*/ 2412526 w 4343402"/>
              <a:gd name="connsiteY4" fmla="*/ 2774139 h 4182502"/>
              <a:gd name="connsiteX5" fmla="*/ 2419460 w 4343402"/>
              <a:gd name="connsiteY5" fmla="*/ 2786848 h 4182502"/>
              <a:gd name="connsiteX6" fmla="*/ 2791528 w 4343402"/>
              <a:gd name="connsiteY6" fmla="*/ 3379539 h 4182502"/>
              <a:gd name="connsiteX7" fmla="*/ 3104666 w 4343402"/>
              <a:gd name="connsiteY7" fmla="*/ 2879275 h 4182502"/>
              <a:gd name="connsiteX8" fmla="*/ 1301628 w 4343402"/>
              <a:gd name="connsiteY8" fmla="*/ 0 h 4182502"/>
              <a:gd name="connsiteX9" fmla="*/ 1973490 w 4343402"/>
              <a:gd name="connsiteY9" fmla="*/ 0 h 4182502"/>
              <a:gd name="connsiteX10" fmla="*/ 1975750 w 4343402"/>
              <a:gd name="connsiteY10" fmla="*/ 3627 h 4182502"/>
              <a:gd name="connsiteX11" fmla="*/ 2759174 w 4343402"/>
              <a:gd name="connsiteY11" fmla="*/ 1254863 h 4182502"/>
              <a:gd name="connsiteX12" fmla="*/ 2792682 w 4343402"/>
              <a:gd name="connsiteY12" fmla="*/ 1308008 h 4182502"/>
              <a:gd name="connsiteX13" fmla="*/ 3002982 w 4343402"/>
              <a:gd name="connsiteY13" fmla="*/ 976426 h 4182502"/>
              <a:gd name="connsiteX14" fmla="*/ 3000672 w 4343402"/>
              <a:gd name="connsiteY14" fmla="*/ 976426 h 4182502"/>
              <a:gd name="connsiteX15" fmla="*/ 3611698 w 4343402"/>
              <a:gd name="connsiteY15" fmla="*/ 0 h 4182502"/>
              <a:gd name="connsiteX16" fmla="*/ 4282574 w 4343402"/>
              <a:gd name="connsiteY16" fmla="*/ 0 h 4182502"/>
              <a:gd name="connsiteX17" fmla="*/ 3702056 w 4343402"/>
              <a:gd name="connsiteY17" fmla="*/ 926746 h 4182502"/>
              <a:gd name="connsiteX18" fmla="*/ 3704366 w 4343402"/>
              <a:gd name="connsiteY18" fmla="*/ 926746 h 4182502"/>
              <a:gd name="connsiteX19" fmla="*/ 3140486 w 4343402"/>
              <a:gd name="connsiteY19" fmla="*/ 1823292 h 4182502"/>
              <a:gd name="connsiteX20" fmla="*/ 3127776 w 4343402"/>
              <a:gd name="connsiteY20" fmla="*/ 1844088 h 4182502"/>
              <a:gd name="connsiteX21" fmla="*/ 3443226 w 4343402"/>
              <a:gd name="connsiteY21" fmla="*/ 2347817 h 4182502"/>
              <a:gd name="connsiteX22" fmla="*/ 4343402 w 4343402"/>
              <a:gd name="connsiteY22" fmla="*/ 909243 h 4182502"/>
              <a:gd name="connsiteX23" fmla="*/ 4343402 w 4343402"/>
              <a:gd name="connsiteY23" fmla="*/ 1977388 h 4182502"/>
              <a:gd name="connsiteX24" fmla="*/ 3983998 w 4343402"/>
              <a:gd name="connsiteY24" fmla="*/ 2550003 h 4182502"/>
              <a:gd name="connsiteX25" fmla="*/ 3042270 w 4343402"/>
              <a:gd name="connsiteY25" fmla="*/ 4049637 h 4182502"/>
              <a:gd name="connsiteX26" fmla="*/ 2790372 w 4343402"/>
              <a:gd name="connsiteY26" fmla="*/ 4182502 h 4182502"/>
              <a:gd name="connsiteX27" fmla="*/ 2532696 w 4343402"/>
              <a:gd name="connsiteY27" fmla="*/ 4042705 h 4182502"/>
              <a:gd name="connsiteX28" fmla="*/ 1899488 w 4343402"/>
              <a:gd name="connsiteY28" fmla="*/ 3030625 h 4182502"/>
              <a:gd name="connsiteX29" fmla="*/ 628444 w 4343402"/>
              <a:gd name="connsiteY29" fmla="*/ 1015707 h 4182502"/>
              <a:gd name="connsiteX30" fmla="*/ 544092 w 4343402"/>
              <a:gd name="connsiteY30" fmla="*/ 878221 h 4182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343402" h="4182502">
                <a:moveTo>
                  <a:pt x="0" y="0"/>
                </a:moveTo>
                <a:lnTo>
                  <a:pt x="671892" y="0"/>
                </a:lnTo>
                <a:lnTo>
                  <a:pt x="1490442" y="1306853"/>
                </a:lnTo>
                <a:lnTo>
                  <a:pt x="1491598" y="1306853"/>
                </a:lnTo>
                <a:cubicBezTo>
                  <a:pt x="1797804" y="1795563"/>
                  <a:pt x="2105166" y="2285429"/>
                  <a:pt x="2412526" y="2774139"/>
                </a:cubicBezTo>
                <a:lnTo>
                  <a:pt x="2419460" y="2786848"/>
                </a:lnTo>
                <a:lnTo>
                  <a:pt x="2791528" y="3379539"/>
                </a:lnTo>
                <a:lnTo>
                  <a:pt x="3104666" y="2879275"/>
                </a:lnTo>
                <a:lnTo>
                  <a:pt x="1301628" y="0"/>
                </a:lnTo>
                <a:lnTo>
                  <a:pt x="1973490" y="0"/>
                </a:lnTo>
                <a:lnTo>
                  <a:pt x="1975750" y="3627"/>
                </a:lnTo>
                <a:cubicBezTo>
                  <a:pt x="2236892" y="420705"/>
                  <a:pt x="2498032" y="837784"/>
                  <a:pt x="2759174" y="1254863"/>
                </a:cubicBezTo>
                <a:lnTo>
                  <a:pt x="2792682" y="1308008"/>
                </a:lnTo>
                <a:lnTo>
                  <a:pt x="3002982" y="976426"/>
                </a:lnTo>
                <a:lnTo>
                  <a:pt x="3000672" y="976426"/>
                </a:lnTo>
                <a:lnTo>
                  <a:pt x="3611698" y="0"/>
                </a:lnTo>
                <a:lnTo>
                  <a:pt x="4282574" y="0"/>
                </a:lnTo>
                <a:lnTo>
                  <a:pt x="3702056" y="926746"/>
                </a:lnTo>
                <a:lnTo>
                  <a:pt x="3704366" y="926746"/>
                </a:lnTo>
                <a:cubicBezTo>
                  <a:pt x="3517178" y="1225980"/>
                  <a:pt x="3328832" y="1525213"/>
                  <a:pt x="3140486" y="1823292"/>
                </a:cubicBezTo>
                <a:lnTo>
                  <a:pt x="3127776" y="1844088"/>
                </a:lnTo>
                <a:lnTo>
                  <a:pt x="3443226" y="2347817"/>
                </a:lnTo>
                <a:lnTo>
                  <a:pt x="4343402" y="909243"/>
                </a:lnTo>
                <a:lnTo>
                  <a:pt x="4343402" y="1977388"/>
                </a:lnTo>
                <a:lnTo>
                  <a:pt x="3983998" y="2550003"/>
                </a:lnTo>
                <a:cubicBezTo>
                  <a:pt x="3669702" y="3049110"/>
                  <a:pt x="3355408" y="3549374"/>
                  <a:pt x="3042270" y="4049637"/>
                </a:cubicBezTo>
                <a:cubicBezTo>
                  <a:pt x="2960230" y="4135132"/>
                  <a:pt x="2873568" y="4182502"/>
                  <a:pt x="2790372" y="4182502"/>
                </a:cubicBezTo>
                <a:cubicBezTo>
                  <a:pt x="2707178" y="4182502"/>
                  <a:pt x="2620514" y="4135132"/>
                  <a:pt x="2532696" y="4042705"/>
                </a:cubicBezTo>
                <a:lnTo>
                  <a:pt x="1899488" y="3030625"/>
                </a:lnTo>
                <a:lnTo>
                  <a:pt x="628444" y="1015707"/>
                </a:lnTo>
                <a:cubicBezTo>
                  <a:pt x="600712" y="969493"/>
                  <a:pt x="571824" y="924434"/>
                  <a:pt x="544092" y="878221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  <a:alpha val="14118"/>
            </a:schemeClr>
          </a:solidFill>
          <a:ln w="1047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D5E96E-F685-6FDB-E7AF-07E95EA5E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54063" y="6363289"/>
            <a:ext cx="737937" cy="296491"/>
          </a:xfrm>
        </p:spPr>
        <p:txBody>
          <a:bodyPr/>
          <a:lstStyle>
            <a:lvl1pPr algn="ctr">
              <a:defRPr sz="1400" i="0"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46C4B1-3DDC-53DC-FA89-8A21EABD2E50}"/>
              </a:ext>
            </a:extLst>
          </p:cNvPr>
          <p:cNvCxnSpPr>
            <a:cxnSpLocks/>
          </p:cNvCxnSpPr>
          <p:nvPr userDrawn="1"/>
        </p:nvCxnSpPr>
        <p:spPr>
          <a:xfrm>
            <a:off x="413878" y="6051178"/>
            <a:ext cx="11364244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802951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3B5D854-0502-C290-2A91-DC5CFFF5AB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788" y="1668168"/>
            <a:ext cx="11282363" cy="4111920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Arial" panose="020B0604020202020204" pitchFamily="34" charset="0"/>
              <a:buChar char="•"/>
              <a:defRPr sz="2000" cap="none">
                <a:solidFill>
                  <a:schemeClr val="bg2"/>
                </a:solidFill>
              </a:defRPr>
            </a:lvl1pPr>
            <a:lvl2pPr marL="881857" indent="-424657">
              <a:lnSpc>
                <a:spcPct val="100000"/>
              </a:lnSpc>
              <a:buFont typeface="Arial" panose="020B0604020202020204" pitchFamily="34" charset="0"/>
              <a:buChar char="•"/>
              <a:defRPr sz="2000" cap="none">
                <a:solidFill>
                  <a:schemeClr val="bg2"/>
                </a:solidFill>
              </a:defRPr>
            </a:lvl2pPr>
            <a:lvl3pPr marL="1371600" indent="-489744">
              <a:lnSpc>
                <a:spcPct val="100000"/>
              </a:lnSpc>
              <a:buFont typeface="Arial" panose="020B0604020202020204" pitchFamily="34" charset="0"/>
              <a:buChar char="•"/>
              <a:defRPr sz="2000" cap="none">
                <a:solidFill>
                  <a:schemeClr val="bg2"/>
                </a:solidFill>
              </a:defRPr>
            </a:lvl3pPr>
            <a:lvl4pPr marL="1828800" indent="-457200">
              <a:lnSpc>
                <a:spcPct val="100000"/>
              </a:lnSpc>
              <a:buFont typeface="Arial" panose="020B0604020202020204" pitchFamily="34" charset="0"/>
              <a:buChar char="•"/>
              <a:defRPr sz="2000" cap="none">
                <a:solidFill>
                  <a:schemeClr val="bg2"/>
                </a:solidFill>
              </a:defRPr>
            </a:lvl4pPr>
            <a:lvl5pPr marL="2286000" indent="-457200">
              <a:lnSpc>
                <a:spcPct val="100000"/>
              </a:lnSpc>
              <a:buFont typeface="Arial" panose="020B0604020202020204" pitchFamily="34" charset="0"/>
              <a:buChar char="•"/>
              <a:defRPr sz="2000" cap="none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A88DE53-80E6-97A8-92B2-150F018D72B5}"/>
              </a:ext>
            </a:extLst>
          </p:cNvPr>
          <p:cNvSpPr/>
          <p:nvPr userDrawn="1"/>
        </p:nvSpPr>
        <p:spPr>
          <a:xfrm>
            <a:off x="1" y="858198"/>
            <a:ext cx="8785566" cy="561582"/>
          </a:xfrm>
          <a:custGeom>
            <a:avLst/>
            <a:gdLst>
              <a:gd name="connsiteX0" fmla="*/ 0 w 21634465"/>
              <a:gd name="connsiteY0" fmla="*/ 0 h 1382895"/>
              <a:gd name="connsiteX1" fmla="*/ 21634465 w 21634465"/>
              <a:gd name="connsiteY1" fmla="*/ 0 h 1382895"/>
              <a:gd name="connsiteX2" fmla="*/ 20784743 w 21634465"/>
              <a:gd name="connsiteY2" fmla="*/ 1382895 h 1382895"/>
              <a:gd name="connsiteX3" fmla="*/ 0 w 21634465"/>
              <a:gd name="connsiteY3" fmla="*/ 1382895 h 138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4465" h="1382895">
                <a:moveTo>
                  <a:pt x="0" y="0"/>
                </a:moveTo>
                <a:lnTo>
                  <a:pt x="21634465" y="0"/>
                </a:lnTo>
                <a:lnTo>
                  <a:pt x="20784743" y="1382895"/>
                </a:lnTo>
                <a:lnTo>
                  <a:pt x="0" y="138289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B0746D1-78C4-C134-BE9E-BF85E2F891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8788" y="858334"/>
            <a:ext cx="7982744" cy="56118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 cap="none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DDCCC93-45F2-6DFC-E693-0A7DCBF9E2F6}"/>
              </a:ext>
            </a:extLst>
          </p:cNvPr>
          <p:cNvSpPr/>
          <p:nvPr userDrawn="1"/>
        </p:nvSpPr>
        <p:spPr>
          <a:xfrm>
            <a:off x="9519557" y="1486"/>
            <a:ext cx="2680607" cy="691448"/>
          </a:xfrm>
          <a:custGeom>
            <a:avLst/>
            <a:gdLst>
              <a:gd name="connsiteX0" fmla="*/ 0 w 5361214"/>
              <a:gd name="connsiteY0" fmla="*/ 0 h 1382895"/>
              <a:gd name="connsiteX1" fmla="*/ 5361214 w 5361214"/>
              <a:gd name="connsiteY1" fmla="*/ 0 h 1382895"/>
              <a:gd name="connsiteX2" fmla="*/ 5361214 w 5361214"/>
              <a:gd name="connsiteY2" fmla="*/ 1382895 h 1382895"/>
              <a:gd name="connsiteX3" fmla="*/ 0 w 5361214"/>
              <a:gd name="connsiteY3" fmla="*/ 1382895 h 138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1214" h="1382895">
                <a:moveTo>
                  <a:pt x="0" y="0"/>
                </a:moveTo>
                <a:lnTo>
                  <a:pt x="5361214" y="0"/>
                </a:lnTo>
                <a:lnTo>
                  <a:pt x="5361214" y="1382895"/>
                </a:lnTo>
                <a:lnTo>
                  <a:pt x="0" y="1382895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C0B9B0-817C-441A-03B3-6F70CAC9D02F}"/>
              </a:ext>
            </a:extLst>
          </p:cNvPr>
          <p:cNvSpPr/>
          <p:nvPr userDrawn="1"/>
        </p:nvSpPr>
        <p:spPr>
          <a:xfrm>
            <a:off x="0" y="1486"/>
            <a:ext cx="10817233" cy="691448"/>
          </a:xfrm>
          <a:custGeom>
            <a:avLst/>
            <a:gdLst>
              <a:gd name="connsiteX0" fmla="*/ 0 w 21634465"/>
              <a:gd name="connsiteY0" fmla="*/ 0 h 1382895"/>
              <a:gd name="connsiteX1" fmla="*/ 21634465 w 21634465"/>
              <a:gd name="connsiteY1" fmla="*/ 0 h 1382895"/>
              <a:gd name="connsiteX2" fmla="*/ 20784743 w 21634465"/>
              <a:gd name="connsiteY2" fmla="*/ 1382895 h 1382895"/>
              <a:gd name="connsiteX3" fmla="*/ 0 w 21634465"/>
              <a:gd name="connsiteY3" fmla="*/ 1382895 h 138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4465" h="1382895">
                <a:moveTo>
                  <a:pt x="0" y="0"/>
                </a:moveTo>
                <a:lnTo>
                  <a:pt x="21634465" y="0"/>
                </a:lnTo>
                <a:lnTo>
                  <a:pt x="20784743" y="1382895"/>
                </a:lnTo>
                <a:lnTo>
                  <a:pt x="0" y="1382895"/>
                </a:ln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F75ADFC-D424-263A-F272-C707722BC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14" y="1486"/>
            <a:ext cx="9060544" cy="691448"/>
          </a:xfrm>
        </p:spPr>
        <p:txBody>
          <a:bodyPr anchor="ctr">
            <a:normAutofit/>
          </a:bodyPr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CC8D8A5-C2AC-49A4-46BB-E3CE93A2CE12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10096012" y="692933"/>
            <a:ext cx="2104152" cy="2026204"/>
          </a:xfrm>
          <a:custGeom>
            <a:avLst/>
            <a:gdLst>
              <a:gd name="connsiteX0" fmla="*/ 0 w 4343402"/>
              <a:gd name="connsiteY0" fmla="*/ 0 h 4182502"/>
              <a:gd name="connsiteX1" fmla="*/ 671892 w 4343402"/>
              <a:gd name="connsiteY1" fmla="*/ 0 h 4182502"/>
              <a:gd name="connsiteX2" fmla="*/ 1490442 w 4343402"/>
              <a:gd name="connsiteY2" fmla="*/ 1306853 h 4182502"/>
              <a:gd name="connsiteX3" fmla="*/ 1491598 w 4343402"/>
              <a:gd name="connsiteY3" fmla="*/ 1306853 h 4182502"/>
              <a:gd name="connsiteX4" fmla="*/ 2412526 w 4343402"/>
              <a:gd name="connsiteY4" fmla="*/ 2774139 h 4182502"/>
              <a:gd name="connsiteX5" fmla="*/ 2419460 w 4343402"/>
              <a:gd name="connsiteY5" fmla="*/ 2786848 h 4182502"/>
              <a:gd name="connsiteX6" fmla="*/ 2791528 w 4343402"/>
              <a:gd name="connsiteY6" fmla="*/ 3379539 h 4182502"/>
              <a:gd name="connsiteX7" fmla="*/ 3104666 w 4343402"/>
              <a:gd name="connsiteY7" fmla="*/ 2879275 h 4182502"/>
              <a:gd name="connsiteX8" fmla="*/ 1301628 w 4343402"/>
              <a:gd name="connsiteY8" fmla="*/ 0 h 4182502"/>
              <a:gd name="connsiteX9" fmla="*/ 1973490 w 4343402"/>
              <a:gd name="connsiteY9" fmla="*/ 0 h 4182502"/>
              <a:gd name="connsiteX10" fmla="*/ 1975750 w 4343402"/>
              <a:gd name="connsiteY10" fmla="*/ 3627 h 4182502"/>
              <a:gd name="connsiteX11" fmla="*/ 2759174 w 4343402"/>
              <a:gd name="connsiteY11" fmla="*/ 1254863 h 4182502"/>
              <a:gd name="connsiteX12" fmla="*/ 2792682 w 4343402"/>
              <a:gd name="connsiteY12" fmla="*/ 1308008 h 4182502"/>
              <a:gd name="connsiteX13" fmla="*/ 3002982 w 4343402"/>
              <a:gd name="connsiteY13" fmla="*/ 976426 h 4182502"/>
              <a:gd name="connsiteX14" fmla="*/ 3000672 w 4343402"/>
              <a:gd name="connsiteY14" fmla="*/ 976426 h 4182502"/>
              <a:gd name="connsiteX15" fmla="*/ 3611698 w 4343402"/>
              <a:gd name="connsiteY15" fmla="*/ 0 h 4182502"/>
              <a:gd name="connsiteX16" fmla="*/ 4282574 w 4343402"/>
              <a:gd name="connsiteY16" fmla="*/ 0 h 4182502"/>
              <a:gd name="connsiteX17" fmla="*/ 3702056 w 4343402"/>
              <a:gd name="connsiteY17" fmla="*/ 926746 h 4182502"/>
              <a:gd name="connsiteX18" fmla="*/ 3704366 w 4343402"/>
              <a:gd name="connsiteY18" fmla="*/ 926746 h 4182502"/>
              <a:gd name="connsiteX19" fmla="*/ 3140486 w 4343402"/>
              <a:gd name="connsiteY19" fmla="*/ 1823292 h 4182502"/>
              <a:gd name="connsiteX20" fmla="*/ 3127776 w 4343402"/>
              <a:gd name="connsiteY20" fmla="*/ 1844088 h 4182502"/>
              <a:gd name="connsiteX21" fmla="*/ 3443226 w 4343402"/>
              <a:gd name="connsiteY21" fmla="*/ 2347817 h 4182502"/>
              <a:gd name="connsiteX22" fmla="*/ 4343402 w 4343402"/>
              <a:gd name="connsiteY22" fmla="*/ 909243 h 4182502"/>
              <a:gd name="connsiteX23" fmla="*/ 4343402 w 4343402"/>
              <a:gd name="connsiteY23" fmla="*/ 1977388 h 4182502"/>
              <a:gd name="connsiteX24" fmla="*/ 3983998 w 4343402"/>
              <a:gd name="connsiteY24" fmla="*/ 2550003 h 4182502"/>
              <a:gd name="connsiteX25" fmla="*/ 3042270 w 4343402"/>
              <a:gd name="connsiteY25" fmla="*/ 4049637 h 4182502"/>
              <a:gd name="connsiteX26" fmla="*/ 2790372 w 4343402"/>
              <a:gd name="connsiteY26" fmla="*/ 4182502 h 4182502"/>
              <a:gd name="connsiteX27" fmla="*/ 2532696 w 4343402"/>
              <a:gd name="connsiteY27" fmla="*/ 4042705 h 4182502"/>
              <a:gd name="connsiteX28" fmla="*/ 1899488 w 4343402"/>
              <a:gd name="connsiteY28" fmla="*/ 3030625 h 4182502"/>
              <a:gd name="connsiteX29" fmla="*/ 628444 w 4343402"/>
              <a:gd name="connsiteY29" fmla="*/ 1015707 h 4182502"/>
              <a:gd name="connsiteX30" fmla="*/ 544092 w 4343402"/>
              <a:gd name="connsiteY30" fmla="*/ 878221 h 4182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343402" h="4182502">
                <a:moveTo>
                  <a:pt x="0" y="0"/>
                </a:moveTo>
                <a:lnTo>
                  <a:pt x="671892" y="0"/>
                </a:lnTo>
                <a:lnTo>
                  <a:pt x="1490442" y="1306853"/>
                </a:lnTo>
                <a:lnTo>
                  <a:pt x="1491598" y="1306853"/>
                </a:lnTo>
                <a:cubicBezTo>
                  <a:pt x="1797804" y="1795563"/>
                  <a:pt x="2105166" y="2285429"/>
                  <a:pt x="2412526" y="2774139"/>
                </a:cubicBezTo>
                <a:lnTo>
                  <a:pt x="2419460" y="2786848"/>
                </a:lnTo>
                <a:lnTo>
                  <a:pt x="2791528" y="3379539"/>
                </a:lnTo>
                <a:lnTo>
                  <a:pt x="3104666" y="2879275"/>
                </a:lnTo>
                <a:lnTo>
                  <a:pt x="1301628" y="0"/>
                </a:lnTo>
                <a:lnTo>
                  <a:pt x="1973490" y="0"/>
                </a:lnTo>
                <a:lnTo>
                  <a:pt x="1975750" y="3627"/>
                </a:lnTo>
                <a:cubicBezTo>
                  <a:pt x="2236892" y="420705"/>
                  <a:pt x="2498032" y="837784"/>
                  <a:pt x="2759174" y="1254863"/>
                </a:cubicBezTo>
                <a:lnTo>
                  <a:pt x="2792682" y="1308008"/>
                </a:lnTo>
                <a:lnTo>
                  <a:pt x="3002982" y="976426"/>
                </a:lnTo>
                <a:lnTo>
                  <a:pt x="3000672" y="976426"/>
                </a:lnTo>
                <a:lnTo>
                  <a:pt x="3611698" y="0"/>
                </a:lnTo>
                <a:lnTo>
                  <a:pt x="4282574" y="0"/>
                </a:lnTo>
                <a:lnTo>
                  <a:pt x="3702056" y="926746"/>
                </a:lnTo>
                <a:lnTo>
                  <a:pt x="3704366" y="926746"/>
                </a:lnTo>
                <a:cubicBezTo>
                  <a:pt x="3517178" y="1225980"/>
                  <a:pt x="3328832" y="1525213"/>
                  <a:pt x="3140486" y="1823292"/>
                </a:cubicBezTo>
                <a:lnTo>
                  <a:pt x="3127776" y="1844088"/>
                </a:lnTo>
                <a:lnTo>
                  <a:pt x="3443226" y="2347817"/>
                </a:lnTo>
                <a:lnTo>
                  <a:pt x="4343402" y="909243"/>
                </a:lnTo>
                <a:lnTo>
                  <a:pt x="4343402" y="1977388"/>
                </a:lnTo>
                <a:lnTo>
                  <a:pt x="3983998" y="2550003"/>
                </a:lnTo>
                <a:cubicBezTo>
                  <a:pt x="3669702" y="3049110"/>
                  <a:pt x="3355408" y="3549374"/>
                  <a:pt x="3042270" y="4049637"/>
                </a:cubicBezTo>
                <a:cubicBezTo>
                  <a:pt x="2960230" y="4135132"/>
                  <a:pt x="2873568" y="4182502"/>
                  <a:pt x="2790372" y="4182502"/>
                </a:cubicBezTo>
                <a:cubicBezTo>
                  <a:pt x="2707178" y="4182502"/>
                  <a:pt x="2620514" y="4135132"/>
                  <a:pt x="2532696" y="4042705"/>
                </a:cubicBezTo>
                <a:lnTo>
                  <a:pt x="1899488" y="3030625"/>
                </a:lnTo>
                <a:lnTo>
                  <a:pt x="628444" y="1015707"/>
                </a:lnTo>
                <a:cubicBezTo>
                  <a:pt x="600712" y="969493"/>
                  <a:pt x="571824" y="924434"/>
                  <a:pt x="544092" y="878221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  <a:alpha val="14118"/>
            </a:schemeClr>
          </a:solidFill>
          <a:ln w="1047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green and black sign&#10;&#10;AI-generated content may be incorrect.">
            <a:extLst>
              <a:ext uri="{FF2B5EF4-FFF2-40B4-BE49-F238E27FC236}">
                <a16:creationId xmlns:a16="http://schemas.microsoft.com/office/drawing/2014/main" id="{A7F8E032-A926-1DE7-5531-59233B511F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4" y="6329777"/>
            <a:ext cx="1373127" cy="416053"/>
          </a:xfrm>
          <a:prstGeom prst="rect">
            <a:avLst/>
          </a:prstGeom>
        </p:spPr>
      </p:pic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02F947F0-6990-4E76-E092-AB60D047F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54063" y="6363289"/>
            <a:ext cx="737937" cy="296491"/>
          </a:xfrm>
        </p:spPr>
        <p:txBody>
          <a:bodyPr/>
          <a:lstStyle>
            <a:lvl1pPr algn="ctr">
              <a:defRPr sz="1400" i="0"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B04F89A-DD53-19A1-E3DD-8BAF2A16F863}"/>
              </a:ext>
            </a:extLst>
          </p:cNvPr>
          <p:cNvCxnSpPr>
            <a:cxnSpLocks/>
          </p:cNvCxnSpPr>
          <p:nvPr userDrawn="1"/>
        </p:nvCxnSpPr>
        <p:spPr>
          <a:xfrm>
            <a:off x="413878" y="6051178"/>
            <a:ext cx="11364244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5334242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D698296-B4DA-F6D6-D903-C55AB5C16329}"/>
              </a:ext>
            </a:extLst>
          </p:cNvPr>
          <p:cNvSpPr/>
          <p:nvPr userDrawn="1"/>
        </p:nvSpPr>
        <p:spPr>
          <a:xfrm>
            <a:off x="9519557" y="1486"/>
            <a:ext cx="2680607" cy="691448"/>
          </a:xfrm>
          <a:custGeom>
            <a:avLst/>
            <a:gdLst>
              <a:gd name="connsiteX0" fmla="*/ 0 w 5361214"/>
              <a:gd name="connsiteY0" fmla="*/ 0 h 1382895"/>
              <a:gd name="connsiteX1" fmla="*/ 5361214 w 5361214"/>
              <a:gd name="connsiteY1" fmla="*/ 0 h 1382895"/>
              <a:gd name="connsiteX2" fmla="*/ 5361214 w 5361214"/>
              <a:gd name="connsiteY2" fmla="*/ 1382895 h 1382895"/>
              <a:gd name="connsiteX3" fmla="*/ 0 w 5361214"/>
              <a:gd name="connsiteY3" fmla="*/ 1382895 h 138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1214" h="1382895">
                <a:moveTo>
                  <a:pt x="0" y="0"/>
                </a:moveTo>
                <a:lnTo>
                  <a:pt x="5361214" y="0"/>
                </a:lnTo>
                <a:lnTo>
                  <a:pt x="5361214" y="1382895"/>
                </a:lnTo>
                <a:lnTo>
                  <a:pt x="0" y="1382895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95DDBB8-6EDF-4E3C-32E8-C8967AD13650}"/>
              </a:ext>
            </a:extLst>
          </p:cNvPr>
          <p:cNvSpPr/>
          <p:nvPr userDrawn="1"/>
        </p:nvSpPr>
        <p:spPr>
          <a:xfrm>
            <a:off x="0" y="1486"/>
            <a:ext cx="10817233" cy="691448"/>
          </a:xfrm>
          <a:custGeom>
            <a:avLst/>
            <a:gdLst>
              <a:gd name="connsiteX0" fmla="*/ 0 w 21634465"/>
              <a:gd name="connsiteY0" fmla="*/ 0 h 1382895"/>
              <a:gd name="connsiteX1" fmla="*/ 21634465 w 21634465"/>
              <a:gd name="connsiteY1" fmla="*/ 0 h 1382895"/>
              <a:gd name="connsiteX2" fmla="*/ 20784743 w 21634465"/>
              <a:gd name="connsiteY2" fmla="*/ 1382895 h 1382895"/>
              <a:gd name="connsiteX3" fmla="*/ 0 w 21634465"/>
              <a:gd name="connsiteY3" fmla="*/ 1382895 h 138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4465" h="1382895">
                <a:moveTo>
                  <a:pt x="0" y="0"/>
                </a:moveTo>
                <a:lnTo>
                  <a:pt x="21634465" y="0"/>
                </a:lnTo>
                <a:lnTo>
                  <a:pt x="20784743" y="1382895"/>
                </a:lnTo>
                <a:lnTo>
                  <a:pt x="0" y="1382895"/>
                </a:ln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9504010-1572-56E5-B47F-439ECF59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14" y="1486"/>
            <a:ext cx="9060544" cy="691448"/>
          </a:xfrm>
        </p:spPr>
        <p:txBody>
          <a:bodyPr anchor="ctr">
            <a:normAutofit/>
          </a:bodyPr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D4C5057-F84A-4B06-0801-B848478203AE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10096012" y="692933"/>
            <a:ext cx="2104152" cy="2026204"/>
          </a:xfrm>
          <a:custGeom>
            <a:avLst/>
            <a:gdLst>
              <a:gd name="connsiteX0" fmla="*/ 0 w 4343402"/>
              <a:gd name="connsiteY0" fmla="*/ 0 h 4182502"/>
              <a:gd name="connsiteX1" fmla="*/ 671892 w 4343402"/>
              <a:gd name="connsiteY1" fmla="*/ 0 h 4182502"/>
              <a:gd name="connsiteX2" fmla="*/ 1490442 w 4343402"/>
              <a:gd name="connsiteY2" fmla="*/ 1306853 h 4182502"/>
              <a:gd name="connsiteX3" fmla="*/ 1491598 w 4343402"/>
              <a:gd name="connsiteY3" fmla="*/ 1306853 h 4182502"/>
              <a:gd name="connsiteX4" fmla="*/ 2412526 w 4343402"/>
              <a:gd name="connsiteY4" fmla="*/ 2774139 h 4182502"/>
              <a:gd name="connsiteX5" fmla="*/ 2419460 w 4343402"/>
              <a:gd name="connsiteY5" fmla="*/ 2786848 h 4182502"/>
              <a:gd name="connsiteX6" fmla="*/ 2791528 w 4343402"/>
              <a:gd name="connsiteY6" fmla="*/ 3379539 h 4182502"/>
              <a:gd name="connsiteX7" fmla="*/ 3104666 w 4343402"/>
              <a:gd name="connsiteY7" fmla="*/ 2879275 h 4182502"/>
              <a:gd name="connsiteX8" fmla="*/ 1301628 w 4343402"/>
              <a:gd name="connsiteY8" fmla="*/ 0 h 4182502"/>
              <a:gd name="connsiteX9" fmla="*/ 1973490 w 4343402"/>
              <a:gd name="connsiteY9" fmla="*/ 0 h 4182502"/>
              <a:gd name="connsiteX10" fmla="*/ 1975750 w 4343402"/>
              <a:gd name="connsiteY10" fmla="*/ 3627 h 4182502"/>
              <a:gd name="connsiteX11" fmla="*/ 2759174 w 4343402"/>
              <a:gd name="connsiteY11" fmla="*/ 1254863 h 4182502"/>
              <a:gd name="connsiteX12" fmla="*/ 2792682 w 4343402"/>
              <a:gd name="connsiteY12" fmla="*/ 1308008 h 4182502"/>
              <a:gd name="connsiteX13" fmla="*/ 3002982 w 4343402"/>
              <a:gd name="connsiteY13" fmla="*/ 976426 h 4182502"/>
              <a:gd name="connsiteX14" fmla="*/ 3000672 w 4343402"/>
              <a:gd name="connsiteY14" fmla="*/ 976426 h 4182502"/>
              <a:gd name="connsiteX15" fmla="*/ 3611698 w 4343402"/>
              <a:gd name="connsiteY15" fmla="*/ 0 h 4182502"/>
              <a:gd name="connsiteX16" fmla="*/ 4282574 w 4343402"/>
              <a:gd name="connsiteY16" fmla="*/ 0 h 4182502"/>
              <a:gd name="connsiteX17" fmla="*/ 3702056 w 4343402"/>
              <a:gd name="connsiteY17" fmla="*/ 926746 h 4182502"/>
              <a:gd name="connsiteX18" fmla="*/ 3704366 w 4343402"/>
              <a:gd name="connsiteY18" fmla="*/ 926746 h 4182502"/>
              <a:gd name="connsiteX19" fmla="*/ 3140486 w 4343402"/>
              <a:gd name="connsiteY19" fmla="*/ 1823292 h 4182502"/>
              <a:gd name="connsiteX20" fmla="*/ 3127776 w 4343402"/>
              <a:gd name="connsiteY20" fmla="*/ 1844088 h 4182502"/>
              <a:gd name="connsiteX21" fmla="*/ 3443226 w 4343402"/>
              <a:gd name="connsiteY21" fmla="*/ 2347817 h 4182502"/>
              <a:gd name="connsiteX22" fmla="*/ 4343402 w 4343402"/>
              <a:gd name="connsiteY22" fmla="*/ 909243 h 4182502"/>
              <a:gd name="connsiteX23" fmla="*/ 4343402 w 4343402"/>
              <a:gd name="connsiteY23" fmla="*/ 1977388 h 4182502"/>
              <a:gd name="connsiteX24" fmla="*/ 3983998 w 4343402"/>
              <a:gd name="connsiteY24" fmla="*/ 2550003 h 4182502"/>
              <a:gd name="connsiteX25" fmla="*/ 3042270 w 4343402"/>
              <a:gd name="connsiteY25" fmla="*/ 4049637 h 4182502"/>
              <a:gd name="connsiteX26" fmla="*/ 2790372 w 4343402"/>
              <a:gd name="connsiteY26" fmla="*/ 4182502 h 4182502"/>
              <a:gd name="connsiteX27" fmla="*/ 2532696 w 4343402"/>
              <a:gd name="connsiteY27" fmla="*/ 4042705 h 4182502"/>
              <a:gd name="connsiteX28" fmla="*/ 1899488 w 4343402"/>
              <a:gd name="connsiteY28" fmla="*/ 3030625 h 4182502"/>
              <a:gd name="connsiteX29" fmla="*/ 628444 w 4343402"/>
              <a:gd name="connsiteY29" fmla="*/ 1015707 h 4182502"/>
              <a:gd name="connsiteX30" fmla="*/ 544092 w 4343402"/>
              <a:gd name="connsiteY30" fmla="*/ 878221 h 4182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343402" h="4182502">
                <a:moveTo>
                  <a:pt x="0" y="0"/>
                </a:moveTo>
                <a:lnTo>
                  <a:pt x="671892" y="0"/>
                </a:lnTo>
                <a:lnTo>
                  <a:pt x="1490442" y="1306853"/>
                </a:lnTo>
                <a:lnTo>
                  <a:pt x="1491598" y="1306853"/>
                </a:lnTo>
                <a:cubicBezTo>
                  <a:pt x="1797804" y="1795563"/>
                  <a:pt x="2105166" y="2285429"/>
                  <a:pt x="2412526" y="2774139"/>
                </a:cubicBezTo>
                <a:lnTo>
                  <a:pt x="2419460" y="2786848"/>
                </a:lnTo>
                <a:lnTo>
                  <a:pt x="2791528" y="3379539"/>
                </a:lnTo>
                <a:lnTo>
                  <a:pt x="3104666" y="2879275"/>
                </a:lnTo>
                <a:lnTo>
                  <a:pt x="1301628" y="0"/>
                </a:lnTo>
                <a:lnTo>
                  <a:pt x="1973490" y="0"/>
                </a:lnTo>
                <a:lnTo>
                  <a:pt x="1975750" y="3627"/>
                </a:lnTo>
                <a:cubicBezTo>
                  <a:pt x="2236892" y="420705"/>
                  <a:pt x="2498032" y="837784"/>
                  <a:pt x="2759174" y="1254863"/>
                </a:cubicBezTo>
                <a:lnTo>
                  <a:pt x="2792682" y="1308008"/>
                </a:lnTo>
                <a:lnTo>
                  <a:pt x="3002982" y="976426"/>
                </a:lnTo>
                <a:lnTo>
                  <a:pt x="3000672" y="976426"/>
                </a:lnTo>
                <a:lnTo>
                  <a:pt x="3611698" y="0"/>
                </a:lnTo>
                <a:lnTo>
                  <a:pt x="4282574" y="0"/>
                </a:lnTo>
                <a:lnTo>
                  <a:pt x="3702056" y="926746"/>
                </a:lnTo>
                <a:lnTo>
                  <a:pt x="3704366" y="926746"/>
                </a:lnTo>
                <a:cubicBezTo>
                  <a:pt x="3517178" y="1225980"/>
                  <a:pt x="3328832" y="1525213"/>
                  <a:pt x="3140486" y="1823292"/>
                </a:cubicBezTo>
                <a:lnTo>
                  <a:pt x="3127776" y="1844088"/>
                </a:lnTo>
                <a:lnTo>
                  <a:pt x="3443226" y="2347817"/>
                </a:lnTo>
                <a:lnTo>
                  <a:pt x="4343402" y="909243"/>
                </a:lnTo>
                <a:lnTo>
                  <a:pt x="4343402" y="1977388"/>
                </a:lnTo>
                <a:lnTo>
                  <a:pt x="3983998" y="2550003"/>
                </a:lnTo>
                <a:cubicBezTo>
                  <a:pt x="3669702" y="3049110"/>
                  <a:pt x="3355408" y="3549374"/>
                  <a:pt x="3042270" y="4049637"/>
                </a:cubicBezTo>
                <a:cubicBezTo>
                  <a:pt x="2960230" y="4135132"/>
                  <a:pt x="2873568" y="4182502"/>
                  <a:pt x="2790372" y="4182502"/>
                </a:cubicBezTo>
                <a:cubicBezTo>
                  <a:pt x="2707178" y="4182502"/>
                  <a:pt x="2620514" y="4135132"/>
                  <a:pt x="2532696" y="4042705"/>
                </a:cubicBezTo>
                <a:lnTo>
                  <a:pt x="1899488" y="3030625"/>
                </a:lnTo>
                <a:lnTo>
                  <a:pt x="628444" y="1015707"/>
                </a:lnTo>
                <a:cubicBezTo>
                  <a:pt x="600712" y="969493"/>
                  <a:pt x="571824" y="924434"/>
                  <a:pt x="544092" y="878221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  <a:alpha val="14118"/>
            </a:schemeClr>
          </a:solidFill>
          <a:ln w="1047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 descr="A green and black sign&#10;&#10;AI-generated content may be incorrect.">
            <a:extLst>
              <a:ext uri="{FF2B5EF4-FFF2-40B4-BE49-F238E27FC236}">
                <a16:creationId xmlns:a16="http://schemas.microsoft.com/office/drawing/2014/main" id="{60E7A28B-010D-E220-DBFB-72E537AEE9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4" y="6329777"/>
            <a:ext cx="1373127" cy="416053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403C577F-8760-19F1-B534-58118ABB9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54063" y="6363289"/>
            <a:ext cx="737937" cy="296491"/>
          </a:xfrm>
        </p:spPr>
        <p:txBody>
          <a:bodyPr/>
          <a:lstStyle>
            <a:lvl1pPr algn="ctr">
              <a:defRPr sz="1400" i="0"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9AEA4AA-B8DB-F586-06B1-5FC0FD562241}"/>
              </a:ext>
            </a:extLst>
          </p:cNvPr>
          <p:cNvCxnSpPr>
            <a:cxnSpLocks/>
          </p:cNvCxnSpPr>
          <p:nvPr userDrawn="1"/>
        </p:nvCxnSpPr>
        <p:spPr>
          <a:xfrm>
            <a:off x="413878" y="6051178"/>
            <a:ext cx="11364244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6609886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A614443-D8F1-24AC-C0A1-9041D96F046B}"/>
              </a:ext>
            </a:extLst>
          </p:cNvPr>
          <p:cNvSpPr/>
          <p:nvPr userDrawn="1"/>
        </p:nvSpPr>
        <p:spPr>
          <a:xfrm>
            <a:off x="9519557" y="1486"/>
            <a:ext cx="2680607" cy="691448"/>
          </a:xfrm>
          <a:custGeom>
            <a:avLst/>
            <a:gdLst>
              <a:gd name="connsiteX0" fmla="*/ 0 w 5361214"/>
              <a:gd name="connsiteY0" fmla="*/ 0 h 1382895"/>
              <a:gd name="connsiteX1" fmla="*/ 5361214 w 5361214"/>
              <a:gd name="connsiteY1" fmla="*/ 0 h 1382895"/>
              <a:gd name="connsiteX2" fmla="*/ 5361214 w 5361214"/>
              <a:gd name="connsiteY2" fmla="*/ 1382895 h 1382895"/>
              <a:gd name="connsiteX3" fmla="*/ 0 w 5361214"/>
              <a:gd name="connsiteY3" fmla="*/ 1382895 h 138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61214" h="1382895">
                <a:moveTo>
                  <a:pt x="0" y="0"/>
                </a:moveTo>
                <a:lnTo>
                  <a:pt x="5361214" y="0"/>
                </a:lnTo>
                <a:lnTo>
                  <a:pt x="5361214" y="1382895"/>
                </a:lnTo>
                <a:lnTo>
                  <a:pt x="0" y="1382895"/>
                </a:lnTo>
                <a:close/>
              </a:path>
            </a:pathLst>
          </a:custGeom>
          <a:solidFill>
            <a:schemeClr val="bg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47E3E09-ACE1-5AFD-607C-A1B0F7AD1703}"/>
              </a:ext>
            </a:extLst>
          </p:cNvPr>
          <p:cNvSpPr/>
          <p:nvPr userDrawn="1"/>
        </p:nvSpPr>
        <p:spPr>
          <a:xfrm>
            <a:off x="0" y="1486"/>
            <a:ext cx="10817233" cy="691448"/>
          </a:xfrm>
          <a:custGeom>
            <a:avLst/>
            <a:gdLst>
              <a:gd name="connsiteX0" fmla="*/ 0 w 21634465"/>
              <a:gd name="connsiteY0" fmla="*/ 0 h 1382895"/>
              <a:gd name="connsiteX1" fmla="*/ 21634465 w 21634465"/>
              <a:gd name="connsiteY1" fmla="*/ 0 h 1382895"/>
              <a:gd name="connsiteX2" fmla="*/ 20784743 w 21634465"/>
              <a:gd name="connsiteY2" fmla="*/ 1382895 h 1382895"/>
              <a:gd name="connsiteX3" fmla="*/ 0 w 21634465"/>
              <a:gd name="connsiteY3" fmla="*/ 1382895 h 138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4465" h="1382895">
                <a:moveTo>
                  <a:pt x="0" y="0"/>
                </a:moveTo>
                <a:lnTo>
                  <a:pt x="21634465" y="0"/>
                </a:lnTo>
                <a:lnTo>
                  <a:pt x="20784743" y="1382895"/>
                </a:lnTo>
                <a:lnTo>
                  <a:pt x="0" y="1382895"/>
                </a:ln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0308F2E-46CC-7B15-0B11-BD20376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14" y="1486"/>
            <a:ext cx="9060544" cy="691448"/>
          </a:xfrm>
        </p:spPr>
        <p:txBody>
          <a:bodyPr anchor="ctr">
            <a:normAutofit/>
          </a:bodyPr>
          <a:lstStyle>
            <a:lvl1pPr>
              <a:defRPr sz="3300" b="1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38E519-CA4D-8515-9F7F-B2E8DC9B8312}"/>
              </a:ext>
            </a:extLst>
          </p:cNvPr>
          <p:cNvSpPr/>
          <p:nvPr userDrawn="1"/>
        </p:nvSpPr>
        <p:spPr>
          <a:xfrm>
            <a:off x="1" y="858198"/>
            <a:ext cx="8785566" cy="561582"/>
          </a:xfrm>
          <a:custGeom>
            <a:avLst/>
            <a:gdLst>
              <a:gd name="connsiteX0" fmla="*/ 0 w 21634465"/>
              <a:gd name="connsiteY0" fmla="*/ 0 h 1382895"/>
              <a:gd name="connsiteX1" fmla="*/ 21634465 w 21634465"/>
              <a:gd name="connsiteY1" fmla="*/ 0 h 1382895"/>
              <a:gd name="connsiteX2" fmla="*/ 20784743 w 21634465"/>
              <a:gd name="connsiteY2" fmla="*/ 1382895 h 1382895"/>
              <a:gd name="connsiteX3" fmla="*/ 0 w 21634465"/>
              <a:gd name="connsiteY3" fmla="*/ 1382895 h 138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634465" h="1382895">
                <a:moveTo>
                  <a:pt x="0" y="0"/>
                </a:moveTo>
                <a:lnTo>
                  <a:pt x="21634465" y="0"/>
                </a:lnTo>
                <a:lnTo>
                  <a:pt x="20784743" y="1382895"/>
                </a:lnTo>
                <a:lnTo>
                  <a:pt x="0" y="138289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no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rial" panose="020B0604020202020204" pitchFamily="34" charset="0"/>
              <a:ea typeface="Helvetica Neue Medium"/>
              <a:cs typeface="Arial" panose="020B0604020202020204" pitchFamily="34" charset="0"/>
              <a:sym typeface="Helvetica Neue Medium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116AC7B-24D3-2635-9516-6E2917641B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8788" y="858334"/>
            <a:ext cx="7982744" cy="56118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 b="1" cap="none">
                <a:solidFill>
                  <a:schemeClr val="bg2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77D245F-C5C4-74FB-8119-5FDD7B873746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10096012" y="692933"/>
            <a:ext cx="2104152" cy="2026204"/>
          </a:xfrm>
          <a:custGeom>
            <a:avLst/>
            <a:gdLst>
              <a:gd name="connsiteX0" fmla="*/ 0 w 4343402"/>
              <a:gd name="connsiteY0" fmla="*/ 0 h 4182502"/>
              <a:gd name="connsiteX1" fmla="*/ 671892 w 4343402"/>
              <a:gd name="connsiteY1" fmla="*/ 0 h 4182502"/>
              <a:gd name="connsiteX2" fmla="*/ 1490442 w 4343402"/>
              <a:gd name="connsiteY2" fmla="*/ 1306853 h 4182502"/>
              <a:gd name="connsiteX3" fmla="*/ 1491598 w 4343402"/>
              <a:gd name="connsiteY3" fmla="*/ 1306853 h 4182502"/>
              <a:gd name="connsiteX4" fmla="*/ 2412526 w 4343402"/>
              <a:gd name="connsiteY4" fmla="*/ 2774139 h 4182502"/>
              <a:gd name="connsiteX5" fmla="*/ 2419460 w 4343402"/>
              <a:gd name="connsiteY5" fmla="*/ 2786848 h 4182502"/>
              <a:gd name="connsiteX6" fmla="*/ 2791528 w 4343402"/>
              <a:gd name="connsiteY6" fmla="*/ 3379539 h 4182502"/>
              <a:gd name="connsiteX7" fmla="*/ 3104666 w 4343402"/>
              <a:gd name="connsiteY7" fmla="*/ 2879275 h 4182502"/>
              <a:gd name="connsiteX8" fmla="*/ 1301628 w 4343402"/>
              <a:gd name="connsiteY8" fmla="*/ 0 h 4182502"/>
              <a:gd name="connsiteX9" fmla="*/ 1973490 w 4343402"/>
              <a:gd name="connsiteY9" fmla="*/ 0 h 4182502"/>
              <a:gd name="connsiteX10" fmla="*/ 1975750 w 4343402"/>
              <a:gd name="connsiteY10" fmla="*/ 3627 h 4182502"/>
              <a:gd name="connsiteX11" fmla="*/ 2759174 w 4343402"/>
              <a:gd name="connsiteY11" fmla="*/ 1254863 h 4182502"/>
              <a:gd name="connsiteX12" fmla="*/ 2792682 w 4343402"/>
              <a:gd name="connsiteY12" fmla="*/ 1308008 h 4182502"/>
              <a:gd name="connsiteX13" fmla="*/ 3002982 w 4343402"/>
              <a:gd name="connsiteY13" fmla="*/ 976426 h 4182502"/>
              <a:gd name="connsiteX14" fmla="*/ 3000672 w 4343402"/>
              <a:gd name="connsiteY14" fmla="*/ 976426 h 4182502"/>
              <a:gd name="connsiteX15" fmla="*/ 3611698 w 4343402"/>
              <a:gd name="connsiteY15" fmla="*/ 0 h 4182502"/>
              <a:gd name="connsiteX16" fmla="*/ 4282574 w 4343402"/>
              <a:gd name="connsiteY16" fmla="*/ 0 h 4182502"/>
              <a:gd name="connsiteX17" fmla="*/ 3702056 w 4343402"/>
              <a:gd name="connsiteY17" fmla="*/ 926746 h 4182502"/>
              <a:gd name="connsiteX18" fmla="*/ 3704366 w 4343402"/>
              <a:gd name="connsiteY18" fmla="*/ 926746 h 4182502"/>
              <a:gd name="connsiteX19" fmla="*/ 3140486 w 4343402"/>
              <a:gd name="connsiteY19" fmla="*/ 1823292 h 4182502"/>
              <a:gd name="connsiteX20" fmla="*/ 3127776 w 4343402"/>
              <a:gd name="connsiteY20" fmla="*/ 1844088 h 4182502"/>
              <a:gd name="connsiteX21" fmla="*/ 3443226 w 4343402"/>
              <a:gd name="connsiteY21" fmla="*/ 2347817 h 4182502"/>
              <a:gd name="connsiteX22" fmla="*/ 4343402 w 4343402"/>
              <a:gd name="connsiteY22" fmla="*/ 909243 h 4182502"/>
              <a:gd name="connsiteX23" fmla="*/ 4343402 w 4343402"/>
              <a:gd name="connsiteY23" fmla="*/ 1977388 h 4182502"/>
              <a:gd name="connsiteX24" fmla="*/ 3983998 w 4343402"/>
              <a:gd name="connsiteY24" fmla="*/ 2550003 h 4182502"/>
              <a:gd name="connsiteX25" fmla="*/ 3042270 w 4343402"/>
              <a:gd name="connsiteY25" fmla="*/ 4049637 h 4182502"/>
              <a:gd name="connsiteX26" fmla="*/ 2790372 w 4343402"/>
              <a:gd name="connsiteY26" fmla="*/ 4182502 h 4182502"/>
              <a:gd name="connsiteX27" fmla="*/ 2532696 w 4343402"/>
              <a:gd name="connsiteY27" fmla="*/ 4042705 h 4182502"/>
              <a:gd name="connsiteX28" fmla="*/ 1899488 w 4343402"/>
              <a:gd name="connsiteY28" fmla="*/ 3030625 h 4182502"/>
              <a:gd name="connsiteX29" fmla="*/ 628444 w 4343402"/>
              <a:gd name="connsiteY29" fmla="*/ 1015707 h 4182502"/>
              <a:gd name="connsiteX30" fmla="*/ 544092 w 4343402"/>
              <a:gd name="connsiteY30" fmla="*/ 878221 h 4182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343402" h="4182502">
                <a:moveTo>
                  <a:pt x="0" y="0"/>
                </a:moveTo>
                <a:lnTo>
                  <a:pt x="671892" y="0"/>
                </a:lnTo>
                <a:lnTo>
                  <a:pt x="1490442" y="1306853"/>
                </a:lnTo>
                <a:lnTo>
                  <a:pt x="1491598" y="1306853"/>
                </a:lnTo>
                <a:cubicBezTo>
                  <a:pt x="1797804" y="1795563"/>
                  <a:pt x="2105166" y="2285429"/>
                  <a:pt x="2412526" y="2774139"/>
                </a:cubicBezTo>
                <a:lnTo>
                  <a:pt x="2419460" y="2786848"/>
                </a:lnTo>
                <a:lnTo>
                  <a:pt x="2791528" y="3379539"/>
                </a:lnTo>
                <a:lnTo>
                  <a:pt x="3104666" y="2879275"/>
                </a:lnTo>
                <a:lnTo>
                  <a:pt x="1301628" y="0"/>
                </a:lnTo>
                <a:lnTo>
                  <a:pt x="1973490" y="0"/>
                </a:lnTo>
                <a:lnTo>
                  <a:pt x="1975750" y="3627"/>
                </a:lnTo>
                <a:cubicBezTo>
                  <a:pt x="2236892" y="420705"/>
                  <a:pt x="2498032" y="837784"/>
                  <a:pt x="2759174" y="1254863"/>
                </a:cubicBezTo>
                <a:lnTo>
                  <a:pt x="2792682" y="1308008"/>
                </a:lnTo>
                <a:lnTo>
                  <a:pt x="3002982" y="976426"/>
                </a:lnTo>
                <a:lnTo>
                  <a:pt x="3000672" y="976426"/>
                </a:lnTo>
                <a:lnTo>
                  <a:pt x="3611698" y="0"/>
                </a:lnTo>
                <a:lnTo>
                  <a:pt x="4282574" y="0"/>
                </a:lnTo>
                <a:lnTo>
                  <a:pt x="3702056" y="926746"/>
                </a:lnTo>
                <a:lnTo>
                  <a:pt x="3704366" y="926746"/>
                </a:lnTo>
                <a:cubicBezTo>
                  <a:pt x="3517178" y="1225980"/>
                  <a:pt x="3328832" y="1525213"/>
                  <a:pt x="3140486" y="1823292"/>
                </a:cubicBezTo>
                <a:lnTo>
                  <a:pt x="3127776" y="1844088"/>
                </a:lnTo>
                <a:lnTo>
                  <a:pt x="3443226" y="2347817"/>
                </a:lnTo>
                <a:lnTo>
                  <a:pt x="4343402" y="909243"/>
                </a:lnTo>
                <a:lnTo>
                  <a:pt x="4343402" y="1977388"/>
                </a:lnTo>
                <a:lnTo>
                  <a:pt x="3983998" y="2550003"/>
                </a:lnTo>
                <a:cubicBezTo>
                  <a:pt x="3669702" y="3049110"/>
                  <a:pt x="3355408" y="3549374"/>
                  <a:pt x="3042270" y="4049637"/>
                </a:cubicBezTo>
                <a:cubicBezTo>
                  <a:pt x="2960230" y="4135132"/>
                  <a:pt x="2873568" y="4182502"/>
                  <a:pt x="2790372" y="4182502"/>
                </a:cubicBezTo>
                <a:cubicBezTo>
                  <a:pt x="2707178" y="4182502"/>
                  <a:pt x="2620514" y="4135132"/>
                  <a:pt x="2532696" y="4042705"/>
                </a:cubicBezTo>
                <a:lnTo>
                  <a:pt x="1899488" y="3030625"/>
                </a:lnTo>
                <a:lnTo>
                  <a:pt x="628444" y="1015707"/>
                </a:lnTo>
                <a:cubicBezTo>
                  <a:pt x="600712" y="969493"/>
                  <a:pt x="571824" y="924434"/>
                  <a:pt x="544092" y="878221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  <a:alpha val="14118"/>
            </a:schemeClr>
          </a:solidFill>
          <a:ln w="1047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 descr="A green and black sign&#10;&#10;AI-generated content may be incorrect.">
            <a:extLst>
              <a:ext uri="{FF2B5EF4-FFF2-40B4-BE49-F238E27FC236}">
                <a16:creationId xmlns:a16="http://schemas.microsoft.com/office/drawing/2014/main" id="{900B67F1-07F2-205B-9A8A-083554168E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4" y="6329777"/>
            <a:ext cx="1373127" cy="416053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DDD9471B-0D08-CE5B-0F5A-657A49CC92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54063" y="6363289"/>
            <a:ext cx="737937" cy="296491"/>
          </a:xfrm>
        </p:spPr>
        <p:txBody>
          <a:bodyPr/>
          <a:lstStyle>
            <a:lvl1pPr algn="ctr">
              <a:defRPr sz="1400" i="0"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68185D3-8E9D-A7BE-4640-38C74907A23D}"/>
              </a:ext>
            </a:extLst>
          </p:cNvPr>
          <p:cNvCxnSpPr>
            <a:cxnSpLocks/>
          </p:cNvCxnSpPr>
          <p:nvPr userDrawn="1"/>
        </p:nvCxnSpPr>
        <p:spPr>
          <a:xfrm>
            <a:off x="413878" y="6051178"/>
            <a:ext cx="11364244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737292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17332C6F-D42F-2F21-F231-51E9AB34DCAC}"/>
              </a:ext>
            </a:extLst>
          </p:cNvPr>
          <p:cNvSpPr>
            <a:spLocks noChangeAspect="1"/>
          </p:cNvSpPr>
          <p:nvPr userDrawn="1"/>
        </p:nvSpPr>
        <p:spPr bwMode="gray">
          <a:xfrm>
            <a:off x="10087849" y="0"/>
            <a:ext cx="2104152" cy="2026204"/>
          </a:xfrm>
          <a:custGeom>
            <a:avLst/>
            <a:gdLst>
              <a:gd name="connsiteX0" fmla="*/ 0 w 4343402"/>
              <a:gd name="connsiteY0" fmla="*/ 0 h 4182502"/>
              <a:gd name="connsiteX1" fmla="*/ 671892 w 4343402"/>
              <a:gd name="connsiteY1" fmla="*/ 0 h 4182502"/>
              <a:gd name="connsiteX2" fmla="*/ 1490442 w 4343402"/>
              <a:gd name="connsiteY2" fmla="*/ 1306853 h 4182502"/>
              <a:gd name="connsiteX3" fmla="*/ 1491598 w 4343402"/>
              <a:gd name="connsiteY3" fmla="*/ 1306853 h 4182502"/>
              <a:gd name="connsiteX4" fmla="*/ 2412526 w 4343402"/>
              <a:gd name="connsiteY4" fmla="*/ 2774139 h 4182502"/>
              <a:gd name="connsiteX5" fmla="*/ 2419460 w 4343402"/>
              <a:gd name="connsiteY5" fmla="*/ 2786848 h 4182502"/>
              <a:gd name="connsiteX6" fmla="*/ 2791528 w 4343402"/>
              <a:gd name="connsiteY6" fmla="*/ 3379539 h 4182502"/>
              <a:gd name="connsiteX7" fmla="*/ 3104666 w 4343402"/>
              <a:gd name="connsiteY7" fmla="*/ 2879275 h 4182502"/>
              <a:gd name="connsiteX8" fmla="*/ 1301628 w 4343402"/>
              <a:gd name="connsiteY8" fmla="*/ 0 h 4182502"/>
              <a:gd name="connsiteX9" fmla="*/ 1973490 w 4343402"/>
              <a:gd name="connsiteY9" fmla="*/ 0 h 4182502"/>
              <a:gd name="connsiteX10" fmla="*/ 1975750 w 4343402"/>
              <a:gd name="connsiteY10" fmla="*/ 3627 h 4182502"/>
              <a:gd name="connsiteX11" fmla="*/ 2759174 w 4343402"/>
              <a:gd name="connsiteY11" fmla="*/ 1254863 h 4182502"/>
              <a:gd name="connsiteX12" fmla="*/ 2792682 w 4343402"/>
              <a:gd name="connsiteY12" fmla="*/ 1308008 h 4182502"/>
              <a:gd name="connsiteX13" fmla="*/ 3002982 w 4343402"/>
              <a:gd name="connsiteY13" fmla="*/ 976426 h 4182502"/>
              <a:gd name="connsiteX14" fmla="*/ 3000672 w 4343402"/>
              <a:gd name="connsiteY14" fmla="*/ 976426 h 4182502"/>
              <a:gd name="connsiteX15" fmla="*/ 3611698 w 4343402"/>
              <a:gd name="connsiteY15" fmla="*/ 0 h 4182502"/>
              <a:gd name="connsiteX16" fmla="*/ 4282574 w 4343402"/>
              <a:gd name="connsiteY16" fmla="*/ 0 h 4182502"/>
              <a:gd name="connsiteX17" fmla="*/ 3702056 w 4343402"/>
              <a:gd name="connsiteY17" fmla="*/ 926746 h 4182502"/>
              <a:gd name="connsiteX18" fmla="*/ 3704366 w 4343402"/>
              <a:gd name="connsiteY18" fmla="*/ 926746 h 4182502"/>
              <a:gd name="connsiteX19" fmla="*/ 3140486 w 4343402"/>
              <a:gd name="connsiteY19" fmla="*/ 1823292 h 4182502"/>
              <a:gd name="connsiteX20" fmla="*/ 3127776 w 4343402"/>
              <a:gd name="connsiteY20" fmla="*/ 1844088 h 4182502"/>
              <a:gd name="connsiteX21" fmla="*/ 3443226 w 4343402"/>
              <a:gd name="connsiteY21" fmla="*/ 2347817 h 4182502"/>
              <a:gd name="connsiteX22" fmla="*/ 4343402 w 4343402"/>
              <a:gd name="connsiteY22" fmla="*/ 909243 h 4182502"/>
              <a:gd name="connsiteX23" fmla="*/ 4343402 w 4343402"/>
              <a:gd name="connsiteY23" fmla="*/ 1977388 h 4182502"/>
              <a:gd name="connsiteX24" fmla="*/ 3983998 w 4343402"/>
              <a:gd name="connsiteY24" fmla="*/ 2550003 h 4182502"/>
              <a:gd name="connsiteX25" fmla="*/ 3042270 w 4343402"/>
              <a:gd name="connsiteY25" fmla="*/ 4049637 h 4182502"/>
              <a:gd name="connsiteX26" fmla="*/ 2790372 w 4343402"/>
              <a:gd name="connsiteY26" fmla="*/ 4182502 h 4182502"/>
              <a:gd name="connsiteX27" fmla="*/ 2532696 w 4343402"/>
              <a:gd name="connsiteY27" fmla="*/ 4042705 h 4182502"/>
              <a:gd name="connsiteX28" fmla="*/ 1899488 w 4343402"/>
              <a:gd name="connsiteY28" fmla="*/ 3030625 h 4182502"/>
              <a:gd name="connsiteX29" fmla="*/ 628444 w 4343402"/>
              <a:gd name="connsiteY29" fmla="*/ 1015707 h 4182502"/>
              <a:gd name="connsiteX30" fmla="*/ 544092 w 4343402"/>
              <a:gd name="connsiteY30" fmla="*/ 878221 h 4182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343402" h="4182502">
                <a:moveTo>
                  <a:pt x="0" y="0"/>
                </a:moveTo>
                <a:lnTo>
                  <a:pt x="671892" y="0"/>
                </a:lnTo>
                <a:lnTo>
                  <a:pt x="1490442" y="1306853"/>
                </a:lnTo>
                <a:lnTo>
                  <a:pt x="1491598" y="1306853"/>
                </a:lnTo>
                <a:cubicBezTo>
                  <a:pt x="1797804" y="1795563"/>
                  <a:pt x="2105166" y="2285429"/>
                  <a:pt x="2412526" y="2774139"/>
                </a:cubicBezTo>
                <a:lnTo>
                  <a:pt x="2419460" y="2786848"/>
                </a:lnTo>
                <a:lnTo>
                  <a:pt x="2791528" y="3379539"/>
                </a:lnTo>
                <a:lnTo>
                  <a:pt x="3104666" y="2879275"/>
                </a:lnTo>
                <a:lnTo>
                  <a:pt x="1301628" y="0"/>
                </a:lnTo>
                <a:lnTo>
                  <a:pt x="1973490" y="0"/>
                </a:lnTo>
                <a:lnTo>
                  <a:pt x="1975750" y="3627"/>
                </a:lnTo>
                <a:cubicBezTo>
                  <a:pt x="2236892" y="420705"/>
                  <a:pt x="2498032" y="837784"/>
                  <a:pt x="2759174" y="1254863"/>
                </a:cubicBezTo>
                <a:lnTo>
                  <a:pt x="2792682" y="1308008"/>
                </a:lnTo>
                <a:lnTo>
                  <a:pt x="3002982" y="976426"/>
                </a:lnTo>
                <a:lnTo>
                  <a:pt x="3000672" y="976426"/>
                </a:lnTo>
                <a:lnTo>
                  <a:pt x="3611698" y="0"/>
                </a:lnTo>
                <a:lnTo>
                  <a:pt x="4282574" y="0"/>
                </a:lnTo>
                <a:lnTo>
                  <a:pt x="3702056" y="926746"/>
                </a:lnTo>
                <a:lnTo>
                  <a:pt x="3704366" y="926746"/>
                </a:lnTo>
                <a:cubicBezTo>
                  <a:pt x="3517178" y="1225980"/>
                  <a:pt x="3328832" y="1525213"/>
                  <a:pt x="3140486" y="1823292"/>
                </a:cubicBezTo>
                <a:lnTo>
                  <a:pt x="3127776" y="1844088"/>
                </a:lnTo>
                <a:lnTo>
                  <a:pt x="3443226" y="2347817"/>
                </a:lnTo>
                <a:lnTo>
                  <a:pt x="4343402" y="909243"/>
                </a:lnTo>
                <a:lnTo>
                  <a:pt x="4343402" y="1977388"/>
                </a:lnTo>
                <a:lnTo>
                  <a:pt x="3983998" y="2550003"/>
                </a:lnTo>
                <a:cubicBezTo>
                  <a:pt x="3669702" y="3049110"/>
                  <a:pt x="3355408" y="3549374"/>
                  <a:pt x="3042270" y="4049637"/>
                </a:cubicBezTo>
                <a:cubicBezTo>
                  <a:pt x="2960230" y="4135132"/>
                  <a:pt x="2873568" y="4182502"/>
                  <a:pt x="2790372" y="4182502"/>
                </a:cubicBezTo>
                <a:cubicBezTo>
                  <a:pt x="2707178" y="4182502"/>
                  <a:pt x="2620514" y="4135132"/>
                  <a:pt x="2532696" y="4042705"/>
                </a:cubicBezTo>
                <a:lnTo>
                  <a:pt x="1899488" y="3030625"/>
                </a:lnTo>
                <a:lnTo>
                  <a:pt x="628444" y="1015707"/>
                </a:lnTo>
                <a:cubicBezTo>
                  <a:pt x="600712" y="969493"/>
                  <a:pt x="571824" y="924434"/>
                  <a:pt x="544092" y="878221"/>
                </a:cubicBezTo>
                <a:close/>
              </a:path>
            </a:pathLst>
          </a:custGeom>
          <a:solidFill>
            <a:schemeClr val="bg2">
              <a:lumMod val="40000"/>
              <a:lumOff val="60000"/>
              <a:alpha val="14118"/>
            </a:schemeClr>
          </a:solidFill>
          <a:ln w="10477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de-DE" sz="1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green and black sign&#10;&#10;AI-generated content may be incorrect.">
            <a:extLst>
              <a:ext uri="{FF2B5EF4-FFF2-40B4-BE49-F238E27FC236}">
                <a16:creationId xmlns:a16="http://schemas.microsoft.com/office/drawing/2014/main" id="{AD27EDD1-2F20-0C85-3833-2DE87D39BD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4" y="6329777"/>
            <a:ext cx="1373127" cy="416053"/>
          </a:xfrm>
          <a:prstGeom prst="rect">
            <a:avLst/>
          </a:prstGeom>
        </p:spPr>
      </p:pic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25301DD2-FDFD-582F-7994-BB35E8D6ED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54063" y="6363289"/>
            <a:ext cx="737937" cy="296491"/>
          </a:xfrm>
        </p:spPr>
        <p:txBody>
          <a:bodyPr/>
          <a:lstStyle>
            <a:lvl1pPr algn="ctr">
              <a:defRPr sz="1400" i="0"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A3C15E-9B19-BFF4-75BB-0C97C8703457}"/>
              </a:ext>
            </a:extLst>
          </p:cNvPr>
          <p:cNvCxnSpPr>
            <a:cxnSpLocks/>
          </p:cNvCxnSpPr>
          <p:nvPr userDrawn="1"/>
        </p:nvCxnSpPr>
        <p:spPr>
          <a:xfrm>
            <a:off x="413878" y="6051178"/>
            <a:ext cx="11364244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40747821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black sign&#10;&#10;AI-generated content may be incorrect.">
            <a:extLst>
              <a:ext uri="{FF2B5EF4-FFF2-40B4-BE49-F238E27FC236}">
                <a16:creationId xmlns:a16="http://schemas.microsoft.com/office/drawing/2014/main" id="{DA2ABA14-25D8-EF99-E4C8-4886E79437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4" y="6329777"/>
            <a:ext cx="1373127" cy="416053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6A82C6F-FAD2-3001-9C21-C46FD2012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54063" y="6363289"/>
            <a:ext cx="737937" cy="296491"/>
          </a:xfrm>
        </p:spPr>
        <p:txBody>
          <a:bodyPr/>
          <a:lstStyle>
            <a:lvl1pPr algn="ctr">
              <a:defRPr sz="1400" i="0">
                <a:solidFill>
                  <a:schemeClr val="bg2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FF877F-B96C-1E2D-C469-AB382E373F4B}"/>
              </a:ext>
            </a:extLst>
          </p:cNvPr>
          <p:cNvCxnSpPr>
            <a:cxnSpLocks/>
          </p:cNvCxnSpPr>
          <p:nvPr userDrawn="1"/>
        </p:nvCxnSpPr>
        <p:spPr>
          <a:xfrm>
            <a:off x="413878" y="6051178"/>
            <a:ext cx="11364244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8164998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E0AB22F-7A7C-5DA3-2BDA-6ED2A8EEEC3F}"/>
              </a:ext>
            </a:extLst>
          </p:cNvPr>
          <p:cNvCxnSpPr>
            <a:cxnSpLocks/>
          </p:cNvCxnSpPr>
          <p:nvPr userDrawn="1"/>
        </p:nvCxnSpPr>
        <p:spPr>
          <a:xfrm>
            <a:off x="413878" y="6051178"/>
            <a:ext cx="11364244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8C4B410-E072-7D37-3FB0-C1DC1DC96D92}"/>
              </a:ext>
            </a:extLst>
          </p:cNvPr>
          <p:cNvSpPr/>
          <p:nvPr userDrawn="1"/>
        </p:nvSpPr>
        <p:spPr>
          <a:xfrm>
            <a:off x="0" y="5891061"/>
            <a:ext cx="12192000" cy="284693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91928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AB0E-2406-BD81-3D3A-31FBB7C3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8801"/>
            <a:ext cx="12192000" cy="2989404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016494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9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"/>
          <p:cNvSpPr>
            <a:spLocks noGrp="1"/>
          </p:cNvSpPr>
          <p:nvPr>
            <p:ph type="body" idx="21"/>
          </p:nvPr>
        </p:nvSpPr>
        <p:spPr>
          <a:xfrm>
            <a:off x="0" y="-1"/>
            <a:ext cx="12192001" cy="6858001"/>
          </a:xfrm>
          <a:prstGeom prst="rect">
            <a:avLst/>
          </a:prstGeom>
          <a:noFill/>
        </p:spPr>
        <p:txBody>
          <a:bodyPr lIns="38100" tIns="38100" rIns="38100" bIns="38100" anchor="ctr">
            <a:no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6096000" y="-5"/>
            <a:ext cx="6096001" cy="6858001"/>
          </a:xfrm>
          <a:prstGeom prst="rect">
            <a:avLst/>
          </a:prstGeom>
          <a:noFill/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7_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-1" y="-5"/>
            <a:ext cx="121920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86" name="Rectangle"/>
          <p:cNvSpPr>
            <a:spLocks noGrp="1"/>
          </p:cNvSpPr>
          <p:nvPr>
            <p:ph type="body" sz="half" idx="22"/>
          </p:nvPr>
        </p:nvSpPr>
        <p:spPr>
          <a:xfrm>
            <a:off x="4064000" y="0"/>
            <a:ext cx="4064000" cy="685800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</a:gradFill>
        </p:spPr>
        <p:txBody>
          <a:bodyPr lIns="0" tIns="0" rIns="0" bIns="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87" name="Rectangle"/>
          <p:cNvSpPr>
            <a:spLocks noGrp="1"/>
          </p:cNvSpPr>
          <p:nvPr>
            <p:ph type="body" sz="half" idx="23"/>
          </p:nvPr>
        </p:nvSpPr>
        <p:spPr>
          <a:xfrm>
            <a:off x="0" y="-1"/>
            <a:ext cx="4064001" cy="6858001"/>
          </a:xfrm>
          <a:prstGeom prst="rect">
            <a:avLst/>
          </a:prstGeom>
          <a:solidFill>
            <a:srgbClr val="000000"/>
          </a:solidFill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8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6_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-1" y="-5"/>
            <a:ext cx="121920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96" name="Rectangle"/>
          <p:cNvSpPr>
            <a:spLocks noGrp="1"/>
          </p:cNvSpPr>
          <p:nvPr>
            <p:ph type="body" sz="half" idx="22"/>
          </p:nvPr>
        </p:nvSpPr>
        <p:spPr>
          <a:xfrm flipH="1">
            <a:off x="-1" y="2286000"/>
            <a:ext cx="12192001" cy="2286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  <a:lin ang="16200000"/>
          </a:gradFill>
        </p:spPr>
        <p:txBody>
          <a:bodyPr lIns="0" tIns="0" rIns="0" bIns="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97" name="Rectangle"/>
          <p:cNvSpPr>
            <a:spLocks noGrp="1"/>
          </p:cNvSpPr>
          <p:nvPr>
            <p:ph type="body" sz="half" idx="23"/>
          </p:nvPr>
        </p:nvSpPr>
        <p:spPr>
          <a:xfrm>
            <a:off x="0" y="4572000"/>
            <a:ext cx="12192001" cy="2286000"/>
          </a:xfrm>
          <a:prstGeom prst="rect">
            <a:avLst/>
          </a:prstGeom>
          <a:solidFill>
            <a:srgbClr val="000000"/>
          </a:solidFill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4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5_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-1" y="-5"/>
            <a:ext cx="121920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06" name="Rectangle"/>
          <p:cNvSpPr>
            <a:spLocks noGrp="1"/>
          </p:cNvSpPr>
          <p:nvPr>
            <p:ph type="body" sz="half" idx="22"/>
          </p:nvPr>
        </p:nvSpPr>
        <p:spPr>
          <a:xfrm flipH="1">
            <a:off x="-1" y="2286000"/>
            <a:ext cx="12192001" cy="2286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16200000"/>
          </a:gradFill>
        </p:spPr>
        <p:txBody>
          <a:bodyPr lIns="0" tIns="0" rIns="0" bIns="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07" name="Rectangle"/>
          <p:cNvSpPr>
            <a:spLocks noGrp="1"/>
          </p:cNvSpPr>
          <p:nvPr>
            <p:ph type="body" sz="half" idx="23"/>
          </p:nvPr>
        </p:nvSpPr>
        <p:spPr>
          <a:xfrm>
            <a:off x="0" y="-1"/>
            <a:ext cx="12192001" cy="2286001"/>
          </a:xfrm>
          <a:prstGeom prst="rect">
            <a:avLst/>
          </a:prstGeom>
          <a:solidFill>
            <a:srgbClr val="000000"/>
          </a:solidFill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4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-1" y="-5"/>
            <a:ext cx="121920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25" name="Rectangle"/>
          <p:cNvSpPr>
            <a:spLocks noGrp="1"/>
          </p:cNvSpPr>
          <p:nvPr>
            <p:ph type="body" idx="22"/>
          </p:nvPr>
        </p:nvSpPr>
        <p:spPr>
          <a:xfrm>
            <a:off x="0" y="0"/>
            <a:ext cx="12192001" cy="3429001"/>
          </a:xfrm>
          <a:prstGeom prst="rect">
            <a:avLst/>
          </a:prstGeom>
          <a:solidFill>
            <a:srgbClr val="FFFFFF">
              <a:alpha val="90000"/>
            </a:srgbClr>
          </a:solidFill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3_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-1" y="-5"/>
            <a:ext cx="121920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52" name="Rectangle"/>
          <p:cNvSpPr>
            <a:spLocks noGrp="1"/>
          </p:cNvSpPr>
          <p:nvPr>
            <p:ph type="body" sz="half" idx="22"/>
          </p:nvPr>
        </p:nvSpPr>
        <p:spPr>
          <a:xfrm>
            <a:off x="4064000" y="0"/>
            <a:ext cx="4064000" cy="68580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</a:gradFill>
        </p:spPr>
        <p:txBody>
          <a:bodyPr lIns="0" tIns="0" rIns="0" bIns="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>
                    <a:alpha val="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53" name="Rectangle"/>
          <p:cNvSpPr>
            <a:spLocks noGrp="1"/>
          </p:cNvSpPr>
          <p:nvPr>
            <p:ph type="body" sz="half" idx="23"/>
          </p:nvPr>
        </p:nvSpPr>
        <p:spPr>
          <a:xfrm>
            <a:off x="8128000" y="-1"/>
            <a:ext cx="4064000" cy="6858001"/>
          </a:xfrm>
          <a:prstGeom prst="rect">
            <a:avLst/>
          </a:prstGeom>
          <a:solidFill>
            <a:srgbClr val="000000"/>
          </a:solidFill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54" name="Rounded Rectangle"/>
          <p:cNvSpPr>
            <a:spLocks noGrp="1"/>
          </p:cNvSpPr>
          <p:nvPr>
            <p:ph type="body" idx="24"/>
          </p:nvPr>
        </p:nvSpPr>
        <p:spPr>
          <a:xfrm>
            <a:off x="635000" y="635000"/>
            <a:ext cx="7493000" cy="5588000"/>
          </a:xfrm>
          <a:prstGeom prst="roundRect">
            <a:avLst>
              <a:gd name="adj" fmla="val 5712"/>
            </a:avLst>
          </a:prstGeom>
          <a:solidFill>
            <a:srgbClr val="FFFFFF">
              <a:alpha val="90000"/>
            </a:srgbClr>
          </a:solidFill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2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-1" y="-5"/>
            <a:ext cx="121920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63" name="Rectangle"/>
          <p:cNvSpPr>
            <a:spLocks noGrp="1"/>
          </p:cNvSpPr>
          <p:nvPr>
            <p:ph type="body" sz="half" idx="22"/>
          </p:nvPr>
        </p:nvSpPr>
        <p:spPr>
          <a:xfrm>
            <a:off x="4064000" y="0"/>
            <a:ext cx="4064000" cy="685800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00000">
                  <a:alpha val="0"/>
                </a:srgbClr>
              </a:gs>
            </a:gsLst>
          </a:gradFill>
        </p:spPr>
        <p:txBody>
          <a:bodyPr lIns="0" tIns="0" rIns="0" bIns="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64" name="Rectangle"/>
          <p:cNvSpPr>
            <a:spLocks noGrp="1"/>
          </p:cNvSpPr>
          <p:nvPr>
            <p:ph type="body" sz="half" idx="23"/>
          </p:nvPr>
        </p:nvSpPr>
        <p:spPr>
          <a:xfrm>
            <a:off x="0" y="-1"/>
            <a:ext cx="4064001" cy="6858001"/>
          </a:xfrm>
          <a:prstGeom prst="rect">
            <a:avLst/>
          </a:prstGeom>
          <a:solidFill>
            <a:srgbClr val="000000"/>
          </a:solidFill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65" name="Rounded Rectangle"/>
          <p:cNvSpPr>
            <a:spLocks noGrp="1"/>
          </p:cNvSpPr>
          <p:nvPr>
            <p:ph type="body" idx="24"/>
          </p:nvPr>
        </p:nvSpPr>
        <p:spPr>
          <a:xfrm>
            <a:off x="4064000" y="635000"/>
            <a:ext cx="7493000" cy="5588000"/>
          </a:xfrm>
          <a:prstGeom prst="roundRect">
            <a:avLst>
              <a:gd name="adj" fmla="val 5712"/>
            </a:avLst>
          </a:prstGeom>
          <a:solidFill>
            <a:srgbClr val="FFFFFF">
              <a:alpha val="90000"/>
            </a:srgbClr>
          </a:solidFill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5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1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Rounded Rectangle"/>
          <p:cNvSpPr>
            <a:spLocks noGrp="1"/>
          </p:cNvSpPr>
          <p:nvPr>
            <p:ph type="body" sz="half" idx="21"/>
          </p:nvPr>
        </p:nvSpPr>
        <p:spPr>
          <a:xfrm>
            <a:off x="6096000" y="635000"/>
            <a:ext cx="5461000" cy="5588000"/>
          </a:xfrm>
          <a:prstGeom prst="roundRect">
            <a:avLst>
              <a:gd name="adj" fmla="val 11654"/>
            </a:avLst>
          </a:prstGeom>
          <a:noFill/>
        </p:spPr>
        <p:txBody>
          <a:bodyPr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37" name="Insert Picture Here 2018 Darker.png"/>
          <p:cNvSpPr>
            <a:spLocks noGrp="1"/>
          </p:cNvSpPr>
          <p:nvPr>
            <p:ph type="pic" idx="22"/>
          </p:nvPr>
        </p:nvSpPr>
        <p:spPr>
          <a:xfrm>
            <a:off x="1270000" y="714375"/>
            <a:ext cx="9652000" cy="54292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0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-1" y="-5"/>
            <a:ext cx="121920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56" name="Shape"/>
          <p:cNvSpPr>
            <a:spLocks noGrp="1"/>
          </p:cNvSpPr>
          <p:nvPr>
            <p:ph type="body" idx="22"/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1989" y="2000"/>
                </a:moveTo>
                <a:lnTo>
                  <a:pt x="19611" y="2000"/>
                </a:lnTo>
                <a:cubicBezTo>
                  <a:pt x="19864" y="2000"/>
                  <a:pt x="20016" y="2000"/>
                  <a:pt x="20118" y="2076"/>
                </a:cubicBezTo>
                <a:cubicBezTo>
                  <a:pt x="20264" y="2170"/>
                  <a:pt x="20380" y="2375"/>
                  <a:pt x="20433" y="2635"/>
                </a:cubicBezTo>
                <a:cubicBezTo>
                  <a:pt x="20475" y="2815"/>
                  <a:pt x="20475" y="3086"/>
                  <a:pt x="20475" y="3537"/>
                </a:cubicBezTo>
                <a:lnTo>
                  <a:pt x="20475" y="18063"/>
                </a:lnTo>
                <a:cubicBezTo>
                  <a:pt x="20475" y="18514"/>
                  <a:pt x="20475" y="18785"/>
                  <a:pt x="20433" y="18965"/>
                </a:cubicBezTo>
                <a:cubicBezTo>
                  <a:pt x="20380" y="19225"/>
                  <a:pt x="20264" y="19430"/>
                  <a:pt x="20118" y="19525"/>
                </a:cubicBezTo>
                <a:cubicBezTo>
                  <a:pt x="20016" y="19600"/>
                  <a:pt x="19864" y="19600"/>
                  <a:pt x="19611" y="19600"/>
                </a:cubicBezTo>
                <a:lnTo>
                  <a:pt x="1989" y="19600"/>
                </a:lnTo>
                <a:cubicBezTo>
                  <a:pt x="1736" y="19600"/>
                  <a:pt x="1584" y="19600"/>
                  <a:pt x="1482" y="19525"/>
                </a:cubicBezTo>
                <a:cubicBezTo>
                  <a:pt x="1336" y="19430"/>
                  <a:pt x="1221" y="19225"/>
                  <a:pt x="1168" y="18965"/>
                </a:cubicBezTo>
                <a:cubicBezTo>
                  <a:pt x="1125" y="18785"/>
                  <a:pt x="1125" y="18514"/>
                  <a:pt x="1125" y="18063"/>
                </a:cubicBezTo>
                <a:lnTo>
                  <a:pt x="1125" y="3537"/>
                </a:lnTo>
                <a:cubicBezTo>
                  <a:pt x="1125" y="3086"/>
                  <a:pt x="1125" y="2815"/>
                  <a:pt x="1168" y="2635"/>
                </a:cubicBezTo>
                <a:cubicBezTo>
                  <a:pt x="1221" y="2375"/>
                  <a:pt x="1336" y="2170"/>
                  <a:pt x="1482" y="2076"/>
                </a:cubicBezTo>
                <a:cubicBezTo>
                  <a:pt x="1584" y="2000"/>
                  <a:pt x="1736" y="2000"/>
                  <a:pt x="1989" y="200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57" name="Rectangle"/>
          <p:cNvSpPr>
            <a:spLocks noGrp="1"/>
          </p:cNvSpPr>
          <p:nvPr>
            <p:ph type="body" sz="half" idx="23"/>
          </p:nvPr>
        </p:nvSpPr>
        <p:spPr>
          <a:xfrm>
            <a:off x="4064000" y="0"/>
            <a:ext cx="4064000" cy="6858000"/>
          </a:xfrm>
          <a:prstGeom prst="rect">
            <a:avLst/>
          </a:prstGeom>
          <a:noFill/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A66EF7-4CE9-5AB4-E864-33925EBC98BA}"/>
              </a:ext>
            </a:extLst>
          </p:cNvPr>
          <p:cNvSpPr/>
          <p:nvPr userDrawn="1"/>
        </p:nvSpPr>
        <p:spPr>
          <a:xfrm>
            <a:off x="1" y="6451195"/>
            <a:ext cx="12192000" cy="284693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94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-1" y="-1"/>
            <a:ext cx="12192001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95" name="Rectangle"/>
          <p:cNvSpPr>
            <a:spLocks noGrp="1"/>
          </p:cNvSpPr>
          <p:nvPr>
            <p:ph type="body" sz="half" idx="22"/>
          </p:nvPr>
        </p:nvSpPr>
        <p:spPr>
          <a:xfrm>
            <a:off x="-1" y="-1"/>
            <a:ext cx="4064001" cy="6858001"/>
          </a:xfrm>
          <a:prstGeom prst="rect">
            <a:avLst/>
          </a:prstGeom>
          <a:noFill/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" name="Rectangle">
            <a:extLst>
              <a:ext uri="{FF2B5EF4-FFF2-40B4-BE49-F238E27FC236}">
                <a16:creationId xmlns:a16="http://schemas.microsoft.com/office/drawing/2014/main" id="{3740DB4E-2930-7C08-5CCE-E15D51739BF9}"/>
              </a:ext>
            </a:extLst>
          </p:cNvPr>
          <p:cNvSpPr/>
          <p:nvPr userDrawn="1"/>
        </p:nvSpPr>
        <p:spPr>
          <a:xfrm>
            <a:off x="0" y="-1"/>
            <a:ext cx="4057650" cy="6858001"/>
          </a:xfrm>
          <a:prstGeom prst="rect">
            <a:avLst/>
          </a:prstGeom>
          <a:solidFill>
            <a:srgbClr val="8E992E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A5CB26-AC09-E80E-51A0-4BEECD6A382F}"/>
              </a:ext>
            </a:extLst>
          </p:cNvPr>
          <p:cNvSpPr/>
          <p:nvPr userDrawn="1"/>
        </p:nvSpPr>
        <p:spPr>
          <a:xfrm>
            <a:off x="0" y="6168982"/>
            <a:ext cx="4057650" cy="284693"/>
          </a:xfrm>
          <a:prstGeom prst="rect">
            <a:avLst/>
          </a:prstGeom>
          <a:solidFill>
            <a:srgbClr val="3E4543">
              <a:alpha val="69804"/>
            </a:srgb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FF6827-99DA-8B71-5CEA-407E60AF0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506" y="6057158"/>
            <a:ext cx="1808637" cy="548012"/>
          </a:xfrm>
          <a:prstGeom prst="rect">
            <a:avLst/>
          </a:prstGeom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3F58B44-1B1C-A9C0-E9C4-C6692C4617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057650" y="0"/>
            <a:ext cx="2930979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6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0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Insert Picture Here 2018 Darker.png"/>
          <p:cNvSpPr>
            <a:spLocks noGrp="1"/>
          </p:cNvSpPr>
          <p:nvPr>
            <p:ph type="pic" idx="21"/>
          </p:nvPr>
        </p:nvSpPr>
        <p:spPr>
          <a:xfrm>
            <a:off x="2414191" y="678991"/>
            <a:ext cx="9777810" cy="55000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Insert Picture Here 2018.png"/>
          <p:cNvSpPr>
            <a:spLocks noGrp="1"/>
          </p:cNvSpPr>
          <p:nvPr>
            <p:ph type="pic" idx="21"/>
          </p:nvPr>
        </p:nvSpPr>
        <p:spPr>
          <a:xfrm>
            <a:off x="0" y="2111375"/>
            <a:ext cx="12192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91" name="Insert Picture Here 2018 Darker.png"/>
          <p:cNvSpPr>
            <a:spLocks noGrp="1"/>
          </p:cNvSpPr>
          <p:nvPr>
            <p:ph type="pic" idx="22"/>
          </p:nvPr>
        </p:nvSpPr>
        <p:spPr>
          <a:xfrm>
            <a:off x="-1" y="-2111375"/>
            <a:ext cx="12192001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92" name="Shape"/>
          <p:cNvSpPr>
            <a:spLocks noGrp="1"/>
          </p:cNvSpPr>
          <p:nvPr>
            <p:ph type="body" idx="23"/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1989" y="2000"/>
                </a:moveTo>
                <a:lnTo>
                  <a:pt x="19611" y="2000"/>
                </a:lnTo>
                <a:cubicBezTo>
                  <a:pt x="19864" y="2000"/>
                  <a:pt x="20016" y="2000"/>
                  <a:pt x="20118" y="2076"/>
                </a:cubicBezTo>
                <a:cubicBezTo>
                  <a:pt x="20264" y="2170"/>
                  <a:pt x="20380" y="2375"/>
                  <a:pt x="20433" y="2635"/>
                </a:cubicBezTo>
                <a:cubicBezTo>
                  <a:pt x="20475" y="2815"/>
                  <a:pt x="20475" y="3086"/>
                  <a:pt x="20475" y="3537"/>
                </a:cubicBezTo>
                <a:lnTo>
                  <a:pt x="20475" y="18063"/>
                </a:lnTo>
                <a:cubicBezTo>
                  <a:pt x="20475" y="18514"/>
                  <a:pt x="20475" y="18785"/>
                  <a:pt x="20433" y="18965"/>
                </a:cubicBezTo>
                <a:cubicBezTo>
                  <a:pt x="20380" y="19225"/>
                  <a:pt x="20264" y="19430"/>
                  <a:pt x="20118" y="19525"/>
                </a:cubicBezTo>
                <a:cubicBezTo>
                  <a:pt x="20016" y="19600"/>
                  <a:pt x="19864" y="19600"/>
                  <a:pt x="19611" y="19600"/>
                </a:cubicBezTo>
                <a:lnTo>
                  <a:pt x="1989" y="19600"/>
                </a:lnTo>
                <a:cubicBezTo>
                  <a:pt x="1736" y="19600"/>
                  <a:pt x="1584" y="19600"/>
                  <a:pt x="1482" y="19525"/>
                </a:cubicBezTo>
                <a:cubicBezTo>
                  <a:pt x="1336" y="19430"/>
                  <a:pt x="1221" y="19225"/>
                  <a:pt x="1168" y="18965"/>
                </a:cubicBezTo>
                <a:cubicBezTo>
                  <a:pt x="1125" y="18785"/>
                  <a:pt x="1125" y="18514"/>
                  <a:pt x="1125" y="18063"/>
                </a:cubicBezTo>
                <a:lnTo>
                  <a:pt x="1125" y="3537"/>
                </a:lnTo>
                <a:cubicBezTo>
                  <a:pt x="1125" y="3086"/>
                  <a:pt x="1125" y="2815"/>
                  <a:pt x="1168" y="2635"/>
                </a:cubicBezTo>
                <a:cubicBezTo>
                  <a:pt x="1221" y="2375"/>
                  <a:pt x="1336" y="2170"/>
                  <a:pt x="1482" y="2076"/>
                </a:cubicBezTo>
                <a:cubicBezTo>
                  <a:pt x="1584" y="2000"/>
                  <a:pt x="1736" y="2000"/>
                  <a:pt x="1989" y="200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93" name="Rectangle"/>
          <p:cNvSpPr>
            <a:spLocks noGrp="1"/>
          </p:cNvSpPr>
          <p:nvPr>
            <p:ph type="body" sz="half" idx="24"/>
          </p:nvPr>
        </p:nvSpPr>
        <p:spPr>
          <a:xfrm>
            <a:off x="0" y="2635250"/>
            <a:ext cx="12192001" cy="1587500"/>
          </a:xfrm>
          <a:prstGeom prst="rect">
            <a:avLst/>
          </a:prstGeom>
          <a:noFill/>
        </p:spPr>
        <p:txBody>
          <a:bodyPr lIns="38100" tIns="38100" rIns="38100" bIns="38100" anchor="ctr">
            <a:no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100000"/>
              </a:lnSpc>
              <a:defRPr sz="3200" cap="none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9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24A042A-B7BC-4ABA-A5B2-EDD7B42482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sz="1000">
                <a:latin typeface="+mj-lt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0989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 userDrawn="1">
  <p:cSld name="5_Custom Layou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ert Picture Here 2018 Darker.png">
            <a:extLst>
              <a:ext uri="{FF2B5EF4-FFF2-40B4-BE49-F238E27FC236}">
                <a16:creationId xmlns:a16="http://schemas.microsoft.com/office/drawing/2014/main" id="{B634F6D6-EA21-5343-336D-5490D15A737E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8964386" y="-1"/>
            <a:ext cx="3227615" cy="6858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5159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1F0A4DE-583D-F1A9-B877-DADADD77A65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36312" y="-225566"/>
            <a:ext cx="3582932" cy="7309132"/>
          </a:xfrm>
          <a:custGeom>
            <a:avLst/>
            <a:gdLst>
              <a:gd name="connsiteX0" fmla="*/ 2098130 w 3582932"/>
              <a:gd name="connsiteY0" fmla="*/ 5591787 h 7309132"/>
              <a:gd name="connsiteX1" fmla="*/ 3350386 w 3582932"/>
              <a:gd name="connsiteY1" fmla="*/ 5591787 h 7309132"/>
              <a:gd name="connsiteX2" fmla="*/ 3582932 w 3582932"/>
              <a:gd name="connsiteY2" fmla="*/ 5824333 h 7309132"/>
              <a:gd name="connsiteX3" fmla="*/ 3582932 w 3582932"/>
              <a:gd name="connsiteY3" fmla="*/ 7076586 h 7309132"/>
              <a:gd name="connsiteX4" fmla="*/ 3350386 w 3582932"/>
              <a:gd name="connsiteY4" fmla="*/ 7309132 h 7309132"/>
              <a:gd name="connsiteX5" fmla="*/ 2098130 w 3582932"/>
              <a:gd name="connsiteY5" fmla="*/ 7309132 h 7309132"/>
              <a:gd name="connsiteX6" fmla="*/ 1865584 w 3582932"/>
              <a:gd name="connsiteY6" fmla="*/ 7076586 h 7309132"/>
              <a:gd name="connsiteX7" fmla="*/ 1865584 w 3582932"/>
              <a:gd name="connsiteY7" fmla="*/ 5824333 h 7309132"/>
              <a:gd name="connsiteX8" fmla="*/ 2098130 w 3582932"/>
              <a:gd name="connsiteY8" fmla="*/ 5591787 h 7309132"/>
              <a:gd name="connsiteX9" fmla="*/ 2098130 w 3582932"/>
              <a:gd name="connsiteY9" fmla="*/ 3731171 h 7309132"/>
              <a:gd name="connsiteX10" fmla="*/ 3350386 w 3582932"/>
              <a:gd name="connsiteY10" fmla="*/ 3731171 h 7309132"/>
              <a:gd name="connsiteX11" fmla="*/ 3582932 w 3582932"/>
              <a:gd name="connsiteY11" fmla="*/ 3963717 h 7309132"/>
              <a:gd name="connsiteX12" fmla="*/ 3582932 w 3582932"/>
              <a:gd name="connsiteY12" fmla="*/ 5215970 h 7309132"/>
              <a:gd name="connsiteX13" fmla="*/ 3350386 w 3582932"/>
              <a:gd name="connsiteY13" fmla="*/ 5448516 h 7309132"/>
              <a:gd name="connsiteX14" fmla="*/ 2098130 w 3582932"/>
              <a:gd name="connsiteY14" fmla="*/ 5448516 h 7309132"/>
              <a:gd name="connsiteX15" fmla="*/ 1865584 w 3582932"/>
              <a:gd name="connsiteY15" fmla="*/ 5215970 h 7309132"/>
              <a:gd name="connsiteX16" fmla="*/ 1865584 w 3582932"/>
              <a:gd name="connsiteY16" fmla="*/ 3963717 h 7309132"/>
              <a:gd name="connsiteX17" fmla="*/ 2098130 w 3582932"/>
              <a:gd name="connsiteY17" fmla="*/ 3731171 h 7309132"/>
              <a:gd name="connsiteX18" fmla="*/ 232546 w 3582932"/>
              <a:gd name="connsiteY18" fmla="*/ 3731171 h 7309132"/>
              <a:gd name="connsiteX19" fmla="*/ 1484802 w 3582932"/>
              <a:gd name="connsiteY19" fmla="*/ 3731171 h 7309132"/>
              <a:gd name="connsiteX20" fmla="*/ 1717348 w 3582932"/>
              <a:gd name="connsiteY20" fmla="*/ 3963717 h 7309132"/>
              <a:gd name="connsiteX21" fmla="*/ 1717348 w 3582932"/>
              <a:gd name="connsiteY21" fmla="*/ 5215970 h 7309132"/>
              <a:gd name="connsiteX22" fmla="*/ 1484802 w 3582932"/>
              <a:gd name="connsiteY22" fmla="*/ 5448516 h 7309132"/>
              <a:gd name="connsiteX23" fmla="*/ 232546 w 3582932"/>
              <a:gd name="connsiteY23" fmla="*/ 5448516 h 7309132"/>
              <a:gd name="connsiteX24" fmla="*/ 0 w 3582932"/>
              <a:gd name="connsiteY24" fmla="*/ 5215970 h 7309132"/>
              <a:gd name="connsiteX25" fmla="*/ 0 w 3582932"/>
              <a:gd name="connsiteY25" fmla="*/ 3963717 h 7309132"/>
              <a:gd name="connsiteX26" fmla="*/ 232546 w 3582932"/>
              <a:gd name="connsiteY26" fmla="*/ 3731171 h 7309132"/>
              <a:gd name="connsiteX27" fmla="*/ 2093161 w 3582932"/>
              <a:gd name="connsiteY27" fmla="*/ 1870555 h 7309132"/>
              <a:gd name="connsiteX28" fmla="*/ 3345417 w 3582932"/>
              <a:gd name="connsiteY28" fmla="*/ 1870555 h 7309132"/>
              <a:gd name="connsiteX29" fmla="*/ 3577963 w 3582932"/>
              <a:gd name="connsiteY29" fmla="*/ 2103101 h 7309132"/>
              <a:gd name="connsiteX30" fmla="*/ 3577963 w 3582932"/>
              <a:gd name="connsiteY30" fmla="*/ 3355354 h 7309132"/>
              <a:gd name="connsiteX31" fmla="*/ 3345417 w 3582932"/>
              <a:gd name="connsiteY31" fmla="*/ 3587900 h 7309132"/>
              <a:gd name="connsiteX32" fmla="*/ 2093161 w 3582932"/>
              <a:gd name="connsiteY32" fmla="*/ 3587900 h 7309132"/>
              <a:gd name="connsiteX33" fmla="*/ 1860615 w 3582932"/>
              <a:gd name="connsiteY33" fmla="*/ 3355354 h 7309132"/>
              <a:gd name="connsiteX34" fmla="*/ 1860615 w 3582932"/>
              <a:gd name="connsiteY34" fmla="*/ 2103101 h 7309132"/>
              <a:gd name="connsiteX35" fmla="*/ 2093161 w 3582932"/>
              <a:gd name="connsiteY35" fmla="*/ 1870555 h 7309132"/>
              <a:gd name="connsiteX36" fmla="*/ 232546 w 3582932"/>
              <a:gd name="connsiteY36" fmla="*/ 1865586 h 7309132"/>
              <a:gd name="connsiteX37" fmla="*/ 1484802 w 3582932"/>
              <a:gd name="connsiteY37" fmla="*/ 1865586 h 7309132"/>
              <a:gd name="connsiteX38" fmla="*/ 1717348 w 3582932"/>
              <a:gd name="connsiteY38" fmla="*/ 2098132 h 7309132"/>
              <a:gd name="connsiteX39" fmla="*/ 1717348 w 3582932"/>
              <a:gd name="connsiteY39" fmla="*/ 3350385 h 7309132"/>
              <a:gd name="connsiteX40" fmla="*/ 1484802 w 3582932"/>
              <a:gd name="connsiteY40" fmla="*/ 3582931 h 7309132"/>
              <a:gd name="connsiteX41" fmla="*/ 232546 w 3582932"/>
              <a:gd name="connsiteY41" fmla="*/ 3582931 h 7309132"/>
              <a:gd name="connsiteX42" fmla="*/ 0 w 3582932"/>
              <a:gd name="connsiteY42" fmla="*/ 3350385 h 7309132"/>
              <a:gd name="connsiteX43" fmla="*/ 0 w 3582932"/>
              <a:gd name="connsiteY43" fmla="*/ 2098132 h 7309132"/>
              <a:gd name="connsiteX44" fmla="*/ 232546 w 3582932"/>
              <a:gd name="connsiteY44" fmla="*/ 1865586 h 7309132"/>
              <a:gd name="connsiteX45" fmla="*/ 232546 w 3582932"/>
              <a:gd name="connsiteY45" fmla="*/ 0 h 7309132"/>
              <a:gd name="connsiteX46" fmla="*/ 1484802 w 3582932"/>
              <a:gd name="connsiteY46" fmla="*/ 0 h 7309132"/>
              <a:gd name="connsiteX47" fmla="*/ 1717348 w 3582932"/>
              <a:gd name="connsiteY47" fmla="*/ 232546 h 7309132"/>
              <a:gd name="connsiteX48" fmla="*/ 1717348 w 3582932"/>
              <a:gd name="connsiteY48" fmla="*/ 1484799 h 7309132"/>
              <a:gd name="connsiteX49" fmla="*/ 1484802 w 3582932"/>
              <a:gd name="connsiteY49" fmla="*/ 1717345 h 7309132"/>
              <a:gd name="connsiteX50" fmla="*/ 232546 w 3582932"/>
              <a:gd name="connsiteY50" fmla="*/ 1717345 h 7309132"/>
              <a:gd name="connsiteX51" fmla="*/ 0 w 3582932"/>
              <a:gd name="connsiteY51" fmla="*/ 1484799 h 7309132"/>
              <a:gd name="connsiteX52" fmla="*/ 0 w 3582932"/>
              <a:gd name="connsiteY52" fmla="*/ 232546 h 7309132"/>
              <a:gd name="connsiteX53" fmla="*/ 232546 w 3582932"/>
              <a:gd name="connsiteY53" fmla="*/ 0 h 730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3582932" h="7309132">
                <a:moveTo>
                  <a:pt x="2098130" y="5591787"/>
                </a:moveTo>
                <a:lnTo>
                  <a:pt x="3350386" y="5591787"/>
                </a:lnTo>
                <a:cubicBezTo>
                  <a:pt x="3478818" y="5591787"/>
                  <a:pt x="3582932" y="5695901"/>
                  <a:pt x="3582932" y="5824333"/>
                </a:cubicBezTo>
                <a:lnTo>
                  <a:pt x="3582932" y="7076586"/>
                </a:lnTo>
                <a:cubicBezTo>
                  <a:pt x="3582932" y="7205018"/>
                  <a:pt x="3478818" y="7309132"/>
                  <a:pt x="3350386" y="7309132"/>
                </a:cubicBezTo>
                <a:lnTo>
                  <a:pt x="2098130" y="7309132"/>
                </a:lnTo>
                <a:cubicBezTo>
                  <a:pt x="1969698" y="7309132"/>
                  <a:pt x="1865584" y="7205018"/>
                  <a:pt x="1865584" y="7076586"/>
                </a:cubicBezTo>
                <a:lnTo>
                  <a:pt x="1865584" y="5824333"/>
                </a:lnTo>
                <a:cubicBezTo>
                  <a:pt x="1865584" y="5695901"/>
                  <a:pt x="1969698" y="5591787"/>
                  <a:pt x="2098130" y="5591787"/>
                </a:cubicBezTo>
                <a:close/>
                <a:moveTo>
                  <a:pt x="2098130" y="3731171"/>
                </a:moveTo>
                <a:lnTo>
                  <a:pt x="3350386" y="3731171"/>
                </a:lnTo>
                <a:cubicBezTo>
                  <a:pt x="3478818" y="3731171"/>
                  <a:pt x="3582932" y="3835285"/>
                  <a:pt x="3582932" y="3963717"/>
                </a:cubicBezTo>
                <a:lnTo>
                  <a:pt x="3582932" y="5215970"/>
                </a:lnTo>
                <a:cubicBezTo>
                  <a:pt x="3582932" y="5344402"/>
                  <a:pt x="3478818" y="5448516"/>
                  <a:pt x="3350386" y="5448516"/>
                </a:cubicBezTo>
                <a:lnTo>
                  <a:pt x="2098130" y="5448516"/>
                </a:lnTo>
                <a:cubicBezTo>
                  <a:pt x="1969698" y="5448516"/>
                  <a:pt x="1865584" y="5344402"/>
                  <a:pt x="1865584" y="5215970"/>
                </a:cubicBezTo>
                <a:lnTo>
                  <a:pt x="1865584" y="3963717"/>
                </a:lnTo>
                <a:cubicBezTo>
                  <a:pt x="1865584" y="3835285"/>
                  <a:pt x="1969698" y="3731171"/>
                  <a:pt x="2098130" y="3731171"/>
                </a:cubicBezTo>
                <a:close/>
                <a:moveTo>
                  <a:pt x="232546" y="3731171"/>
                </a:moveTo>
                <a:lnTo>
                  <a:pt x="1484802" y="3731171"/>
                </a:lnTo>
                <a:cubicBezTo>
                  <a:pt x="1613234" y="3731171"/>
                  <a:pt x="1717348" y="3835285"/>
                  <a:pt x="1717348" y="3963717"/>
                </a:cubicBezTo>
                <a:lnTo>
                  <a:pt x="1717348" y="5215970"/>
                </a:lnTo>
                <a:cubicBezTo>
                  <a:pt x="1717348" y="5344402"/>
                  <a:pt x="1613234" y="5448516"/>
                  <a:pt x="1484802" y="5448516"/>
                </a:cubicBezTo>
                <a:lnTo>
                  <a:pt x="232546" y="5448516"/>
                </a:lnTo>
                <a:cubicBezTo>
                  <a:pt x="104114" y="5448516"/>
                  <a:pt x="0" y="5344402"/>
                  <a:pt x="0" y="5215970"/>
                </a:cubicBezTo>
                <a:lnTo>
                  <a:pt x="0" y="3963717"/>
                </a:lnTo>
                <a:cubicBezTo>
                  <a:pt x="0" y="3835285"/>
                  <a:pt x="104114" y="3731171"/>
                  <a:pt x="232546" y="3731171"/>
                </a:cubicBezTo>
                <a:close/>
                <a:moveTo>
                  <a:pt x="2093161" y="1870555"/>
                </a:moveTo>
                <a:lnTo>
                  <a:pt x="3345417" y="1870555"/>
                </a:lnTo>
                <a:cubicBezTo>
                  <a:pt x="3473849" y="1870555"/>
                  <a:pt x="3577963" y="1974669"/>
                  <a:pt x="3577963" y="2103101"/>
                </a:cubicBezTo>
                <a:lnTo>
                  <a:pt x="3577963" y="3355354"/>
                </a:lnTo>
                <a:cubicBezTo>
                  <a:pt x="3577963" y="3483786"/>
                  <a:pt x="3473849" y="3587900"/>
                  <a:pt x="3345417" y="3587900"/>
                </a:cubicBezTo>
                <a:lnTo>
                  <a:pt x="2093161" y="3587900"/>
                </a:lnTo>
                <a:cubicBezTo>
                  <a:pt x="1964729" y="3587900"/>
                  <a:pt x="1860615" y="3483786"/>
                  <a:pt x="1860615" y="3355354"/>
                </a:cubicBezTo>
                <a:lnTo>
                  <a:pt x="1860615" y="2103101"/>
                </a:lnTo>
                <a:cubicBezTo>
                  <a:pt x="1860615" y="1974669"/>
                  <a:pt x="1964729" y="1870555"/>
                  <a:pt x="2093161" y="1870555"/>
                </a:cubicBezTo>
                <a:close/>
                <a:moveTo>
                  <a:pt x="232546" y="1865586"/>
                </a:moveTo>
                <a:lnTo>
                  <a:pt x="1484802" y="1865586"/>
                </a:lnTo>
                <a:cubicBezTo>
                  <a:pt x="1613234" y="1865586"/>
                  <a:pt x="1717348" y="1969700"/>
                  <a:pt x="1717348" y="2098132"/>
                </a:cubicBezTo>
                <a:lnTo>
                  <a:pt x="1717348" y="3350385"/>
                </a:lnTo>
                <a:cubicBezTo>
                  <a:pt x="1717348" y="3478817"/>
                  <a:pt x="1613234" y="3582931"/>
                  <a:pt x="1484802" y="3582931"/>
                </a:cubicBezTo>
                <a:lnTo>
                  <a:pt x="232546" y="3582931"/>
                </a:lnTo>
                <a:cubicBezTo>
                  <a:pt x="104114" y="3582931"/>
                  <a:pt x="0" y="3478817"/>
                  <a:pt x="0" y="3350385"/>
                </a:cubicBezTo>
                <a:lnTo>
                  <a:pt x="0" y="2098132"/>
                </a:lnTo>
                <a:cubicBezTo>
                  <a:pt x="0" y="1969700"/>
                  <a:pt x="104114" y="1865586"/>
                  <a:pt x="232546" y="1865586"/>
                </a:cubicBezTo>
                <a:close/>
                <a:moveTo>
                  <a:pt x="232546" y="0"/>
                </a:moveTo>
                <a:lnTo>
                  <a:pt x="1484802" y="0"/>
                </a:lnTo>
                <a:cubicBezTo>
                  <a:pt x="1613234" y="0"/>
                  <a:pt x="1717348" y="104114"/>
                  <a:pt x="1717348" y="232546"/>
                </a:cubicBezTo>
                <a:lnTo>
                  <a:pt x="1717348" y="1484799"/>
                </a:lnTo>
                <a:cubicBezTo>
                  <a:pt x="1717348" y="1613231"/>
                  <a:pt x="1613234" y="1717345"/>
                  <a:pt x="1484802" y="1717345"/>
                </a:cubicBezTo>
                <a:lnTo>
                  <a:pt x="232546" y="1717345"/>
                </a:lnTo>
                <a:cubicBezTo>
                  <a:pt x="104114" y="1717345"/>
                  <a:pt x="0" y="1613231"/>
                  <a:pt x="0" y="1484799"/>
                </a:cubicBezTo>
                <a:lnTo>
                  <a:pt x="0" y="232546"/>
                </a:lnTo>
                <a:cubicBezTo>
                  <a:pt x="0" y="104114"/>
                  <a:pt x="104114" y="0"/>
                  <a:pt x="2325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9328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9D30AB3-5CE1-96E2-44DB-D78DAE551A0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3618" y="-1273779"/>
            <a:ext cx="10683031" cy="10655242"/>
          </a:xfrm>
          <a:custGeom>
            <a:avLst/>
            <a:gdLst>
              <a:gd name="connsiteX0" fmla="*/ 2523466 w 10683031"/>
              <a:gd name="connsiteY0" fmla="*/ 5608316 h 10655242"/>
              <a:gd name="connsiteX1" fmla="*/ 2796815 w 10683031"/>
              <a:gd name="connsiteY1" fmla="*/ 5721541 h 10655242"/>
              <a:gd name="connsiteX2" fmla="*/ 4933701 w 10683031"/>
              <a:gd name="connsiteY2" fmla="*/ 7858427 h 10655242"/>
              <a:gd name="connsiteX3" fmla="*/ 4933701 w 10683031"/>
              <a:gd name="connsiteY3" fmla="*/ 8405127 h 10655242"/>
              <a:gd name="connsiteX4" fmla="*/ 2796810 w 10683031"/>
              <a:gd name="connsiteY4" fmla="*/ 10542018 h 10655242"/>
              <a:gd name="connsiteX5" fmla="*/ 2250111 w 10683031"/>
              <a:gd name="connsiteY5" fmla="*/ 10542018 h 10655242"/>
              <a:gd name="connsiteX6" fmla="*/ 113225 w 10683031"/>
              <a:gd name="connsiteY6" fmla="*/ 8405131 h 10655242"/>
              <a:gd name="connsiteX7" fmla="*/ 113225 w 10683031"/>
              <a:gd name="connsiteY7" fmla="*/ 7858432 h 10655242"/>
              <a:gd name="connsiteX8" fmla="*/ 2250115 w 10683031"/>
              <a:gd name="connsiteY8" fmla="*/ 5721541 h 10655242"/>
              <a:gd name="connsiteX9" fmla="*/ 2523466 w 10683031"/>
              <a:gd name="connsiteY9" fmla="*/ 5608316 h 10655242"/>
              <a:gd name="connsiteX10" fmla="*/ 5341517 w 10683031"/>
              <a:gd name="connsiteY10" fmla="*/ 2804158 h 10655242"/>
              <a:gd name="connsiteX11" fmla="*/ 5614867 w 10683031"/>
              <a:gd name="connsiteY11" fmla="*/ 2917383 h 10655242"/>
              <a:gd name="connsiteX12" fmla="*/ 7751754 w 10683031"/>
              <a:gd name="connsiteY12" fmla="*/ 5054270 h 10655242"/>
              <a:gd name="connsiteX13" fmla="*/ 7751754 w 10683031"/>
              <a:gd name="connsiteY13" fmla="*/ 5600969 h 10655242"/>
              <a:gd name="connsiteX14" fmla="*/ 5614863 w 10683031"/>
              <a:gd name="connsiteY14" fmla="*/ 7737860 h 10655242"/>
              <a:gd name="connsiteX15" fmla="*/ 5068163 w 10683031"/>
              <a:gd name="connsiteY15" fmla="*/ 7737859 h 10655242"/>
              <a:gd name="connsiteX16" fmla="*/ 2931277 w 10683031"/>
              <a:gd name="connsiteY16" fmla="*/ 5600973 h 10655242"/>
              <a:gd name="connsiteX17" fmla="*/ 2931277 w 10683031"/>
              <a:gd name="connsiteY17" fmla="*/ 5054274 h 10655242"/>
              <a:gd name="connsiteX18" fmla="*/ 5068168 w 10683031"/>
              <a:gd name="connsiteY18" fmla="*/ 2917383 h 10655242"/>
              <a:gd name="connsiteX19" fmla="*/ 5341517 w 10683031"/>
              <a:gd name="connsiteY19" fmla="*/ 2804158 h 10655242"/>
              <a:gd name="connsiteX20" fmla="*/ 8159570 w 10683031"/>
              <a:gd name="connsiteY20" fmla="*/ 0 h 10655242"/>
              <a:gd name="connsiteX21" fmla="*/ 8432920 w 10683031"/>
              <a:gd name="connsiteY21" fmla="*/ 113224 h 10655242"/>
              <a:gd name="connsiteX22" fmla="*/ 10569807 w 10683031"/>
              <a:gd name="connsiteY22" fmla="*/ 2250111 h 10655242"/>
              <a:gd name="connsiteX23" fmla="*/ 10569806 w 10683031"/>
              <a:gd name="connsiteY23" fmla="*/ 2796810 h 10655242"/>
              <a:gd name="connsiteX24" fmla="*/ 8432916 w 10683031"/>
              <a:gd name="connsiteY24" fmla="*/ 4933701 h 10655242"/>
              <a:gd name="connsiteX25" fmla="*/ 7886216 w 10683031"/>
              <a:gd name="connsiteY25" fmla="*/ 4933701 h 10655242"/>
              <a:gd name="connsiteX26" fmla="*/ 5749329 w 10683031"/>
              <a:gd name="connsiteY26" fmla="*/ 2796814 h 10655242"/>
              <a:gd name="connsiteX27" fmla="*/ 5749329 w 10683031"/>
              <a:gd name="connsiteY27" fmla="*/ 2250114 h 10655242"/>
              <a:gd name="connsiteX28" fmla="*/ 7886220 w 10683031"/>
              <a:gd name="connsiteY28" fmla="*/ 113224 h 10655242"/>
              <a:gd name="connsiteX29" fmla="*/ 8159570 w 10683031"/>
              <a:gd name="connsiteY29" fmla="*/ 0 h 1065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683031" h="10655242">
                <a:moveTo>
                  <a:pt x="2523466" y="5608316"/>
                </a:moveTo>
                <a:cubicBezTo>
                  <a:pt x="2622398" y="5608316"/>
                  <a:pt x="2721332" y="5646058"/>
                  <a:pt x="2796815" y="5721541"/>
                </a:cubicBezTo>
                <a:lnTo>
                  <a:pt x="4933701" y="7858427"/>
                </a:lnTo>
                <a:cubicBezTo>
                  <a:pt x="5084668" y="8009394"/>
                  <a:pt x="5084668" y="8254160"/>
                  <a:pt x="4933701" y="8405127"/>
                </a:cubicBezTo>
                <a:lnTo>
                  <a:pt x="2796810" y="10542018"/>
                </a:lnTo>
                <a:cubicBezTo>
                  <a:pt x="2645844" y="10692984"/>
                  <a:pt x="2401077" y="10692984"/>
                  <a:pt x="2250111" y="10542018"/>
                </a:cubicBezTo>
                <a:lnTo>
                  <a:pt x="113225" y="8405131"/>
                </a:lnTo>
                <a:cubicBezTo>
                  <a:pt x="-37742" y="8254165"/>
                  <a:pt x="-37742" y="8009398"/>
                  <a:pt x="113225" y="7858432"/>
                </a:cubicBezTo>
                <a:lnTo>
                  <a:pt x="2250115" y="5721541"/>
                </a:lnTo>
                <a:cubicBezTo>
                  <a:pt x="2325599" y="5646057"/>
                  <a:pt x="2424531" y="5608316"/>
                  <a:pt x="2523466" y="5608316"/>
                </a:cubicBezTo>
                <a:close/>
                <a:moveTo>
                  <a:pt x="5341517" y="2804158"/>
                </a:moveTo>
                <a:cubicBezTo>
                  <a:pt x="5440450" y="2804158"/>
                  <a:pt x="5539383" y="2841900"/>
                  <a:pt x="5614867" y="2917383"/>
                </a:cubicBezTo>
                <a:lnTo>
                  <a:pt x="7751754" y="5054270"/>
                </a:lnTo>
                <a:cubicBezTo>
                  <a:pt x="7902721" y="5205236"/>
                  <a:pt x="7902720" y="5450002"/>
                  <a:pt x="7751754" y="5600969"/>
                </a:cubicBezTo>
                <a:lnTo>
                  <a:pt x="5614863" y="7737860"/>
                </a:lnTo>
                <a:cubicBezTo>
                  <a:pt x="5463896" y="7888826"/>
                  <a:pt x="5219130" y="7888826"/>
                  <a:pt x="5068163" y="7737859"/>
                </a:cubicBezTo>
                <a:lnTo>
                  <a:pt x="2931277" y="5600973"/>
                </a:lnTo>
                <a:cubicBezTo>
                  <a:pt x="2780310" y="5450007"/>
                  <a:pt x="2780309" y="5205241"/>
                  <a:pt x="2931277" y="5054274"/>
                </a:cubicBezTo>
                <a:lnTo>
                  <a:pt x="5068168" y="2917383"/>
                </a:lnTo>
                <a:cubicBezTo>
                  <a:pt x="5143651" y="2841900"/>
                  <a:pt x="5242584" y="2804158"/>
                  <a:pt x="5341517" y="2804158"/>
                </a:cubicBezTo>
                <a:close/>
                <a:moveTo>
                  <a:pt x="8159570" y="0"/>
                </a:moveTo>
                <a:cubicBezTo>
                  <a:pt x="8258504" y="-1"/>
                  <a:pt x="8357436" y="37741"/>
                  <a:pt x="8432920" y="113224"/>
                </a:cubicBezTo>
                <a:lnTo>
                  <a:pt x="10569807" y="2250111"/>
                </a:lnTo>
                <a:cubicBezTo>
                  <a:pt x="10720773" y="2401077"/>
                  <a:pt x="10720773" y="2645843"/>
                  <a:pt x="10569806" y="2796810"/>
                </a:cubicBezTo>
                <a:lnTo>
                  <a:pt x="8432916" y="4933701"/>
                </a:lnTo>
                <a:cubicBezTo>
                  <a:pt x="8281949" y="5084667"/>
                  <a:pt x="8037183" y="5084667"/>
                  <a:pt x="7886216" y="4933701"/>
                </a:cubicBezTo>
                <a:lnTo>
                  <a:pt x="5749329" y="2796814"/>
                </a:lnTo>
                <a:cubicBezTo>
                  <a:pt x="5598363" y="2645848"/>
                  <a:pt x="5598363" y="2401081"/>
                  <a:pt x="5749329" y="2250114"/>
                </a:cubicBezTo>
                <a:lnTo>
                  <a:pt x="7886220" y="113224"/>
                </a:lnTo>
                <a:cubicBezTo>
                  <a:pt x="7961704" y="37740"/>
                  <a:pt x="8060637" y="-1"/>
                  <a:pt x="815957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35791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6216C9C-3DE9-38CD-DD3A-089B45FA7E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385014" y="1019929"/>
            <a:ext cx="8152259" cy="8140685"/>
          </a:xfrm>
          <a:custGeom>
            <a:avLst/>
            <a:gdLst>
              <a:gd name="connsiteX0" fmla="*/ 5575052 w 8152259"/>
              <a:gd name="connsiteY0" fmla="*/ 2986271 h 8140685"/>
              <a:gd name="connsiteX1" fmla="*/ 6051070 w 8152259"/>
              <a:gd name="connsiteY1" fmla="*/ 3183444 h 8140685"/>
              <a:gd name="connsiteX2" fmla="*/ 7955087 w 8152259"/>
              <a:gd name="connsiteY2" fmla="*/ 5087461 h 8140685"/>
              <a:gd name="connsiteX3" fmla="*/ 7955087 w 8152259"/>
              <a:gd name="connsiteY3" fmla="*/ 6039497 h 8140685"/>
              <a:gd name="connsiteX4" fmla="*/ 6051070 w 8152259"/>
              <a:gd name="connsiteY4" fmla="*/ 7943513 h 8140685"/>
              <a:gd name="connsiteX5" fmla="*/ 5099034 w 8152259"/>
              <a:gd name="connsiteY5" fmla="*/ 7943513 h 8140685"/>
              <a:gd name="connsiteX6" fmla="*/ 3195018 w 8152259"/>
              <a:gd name="connsiteY6" fmla="*/ 6039497 h 8140685"/>
              <a:gd name="connsiteX7" fmla="*/ 3195018 w 8152259"/>
              <a:gd name="connsiteY7" fmla="*/ 5087461 h 8140685"/>
              <a:gd name="connsiteX8" fmla="*/ 5099034 w 8152259"/>
              <a:gd name="connsiteY8" fmla="*/ 3183444 h 8140685"/>
              <a:gd name="connsiteX9" fmla="*/ 5575052 w 8152259"/>
              <a:gd name="connsiteY9" fmla="*/ 2986271 h 8140685"/>
              <a:gd name="connsiteX10" fmla="*/ 2577207 w 8152259"/>
              <a:gd name="connsiteY10" fmla="*/ 0 h 8140685"/>
              <a:gd name="connsiteX11" fmla="*/ 3053225 w 8152259"/>
              <a:gd name="connsiteY11" fmla="*/ 197173 h 8140685"/>
              <a:gd name="connsiteX12" fmla="*/ 4957242 w 8152259"/>
              <a:gd name="connsiteY12" fmla="*/ 2101190 h 8140685"/>
              <a:gd name="connsiteX13" fmla="*/ 4957242 w 8152259"/>
              <a:gd name="connsiteY13" fmla="*/ 3053226 h 8140685"/>
              <a:gd name="connsiteX14" fmla="*/ 3053225 w 8152259"/>
              <a:gd name="connsiteY14" fmla="*/ 4957242 h 8140685"/>
              <a:gd name="connsiteX15" fmla="*/ 2101189 w 8152259"/>
              <a:gd name="connsiteY15" fmla="*/ 4957242 h 8140685"/>
              <a:gd name="connsiteX16" fmla="*/ 197173 w 8152259"/>
              <a:gd name="connsiteY16" fmla="*/ 3053226 h 8140685"/>
              <a:gd name="connsiteX17" fmla="*/ 197173 w 8152259"/>
              <a:gd name="connsiteY17" fmla="*/ 2101190 h 8140685"/>
              <a:gd name="connsiteX18" fmla="*/ 2101189 w 8152259"/>
              <a:gd name="connsiteY18" fmla="*/ 197173 h 8140685"/>
              <a:gd name="connsiteX19" fmla="*/ 2577207 w 8152259"/>
              <a:gd name="connsiteY19" fmla="*/ 0 h 8140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8152259" h="8140685">
                <a:moveTo>
                  <a:pt x="5575052" y="2986271"/>
                </a:moveTo>
                <a:cubicBezTo>
                  <a:pt x="5747337" y="2986272"/>
                  <a:pt x="5919621" y="3051995"/>
                  <a:pt x="6051070" y="3183444"/>
                </a:cubicBezTo>
                <a:lnTo>
                  <a:pt x="7955087" y="5087461"/>
                </a:lnTo>
                <a:cubicBezTo>
                  <a:pt x="8217984" y="5350358"/>
                  <a:pt x="8217984" y="5776599"/>
                  <a:pt x="7955087" y="6039497"/>
                </a:cubicBezTo>
                <a:lnTo>
                  <a:pt x="6051070" y="7943513"/>
                </a:lnTo>
                <a:cubicBezTo>
                  <a:pt x="5788173" y="8206410"/>
                  <a:pt x="5361932" y="8206410"/>
                  <a:pt x="5099034" y="7943513"/>
                </a:cubicBezTo>
                <a:lnTo>
                  <a:pt x="3195018" y="6039497"/>
                </a:lnTo>
                <a:cubicBezTo>
                  <a:pt x="2932120" y="5776599"/>
                  <a:pt x="2932120" y="5350358"/>
                  <a:pt x="3195018" y="5087461"/>
                </a:cubicBezTo>
                <a:lnTo>
                  <a:pt x="5099034" y="3183444"/>
                </a:lnTo>
                <a:cubicBezTo>
                  <a:pt x="5230483" y="3051996"/>
                  <a:pt x="5402768" y="2986272"/>
                  <a:pt x="5575052" y="2986271"/>
                </a:cubicBezTo>
                <a:close/>
                <a:moveTo>
                  <a:pt x="2577207" y="0"/>
                </a:moveTo>
                <a:cubicBezTo>
                  <a:pt x="2749492" y="0"/>
                  <a:pt x="2921777" y="65725"/>
                  <a:pt x="3053225" y="197173"/>
                </a:cubicBezTo>
                <a:lnTo>
                  <a:pt x="4957242" y="2101190"/>
                </a:lnTo>
                <a:cubicBezTo>
                  <a:pt x="5220139" y="2364087"/>
                  <a:pt x="5220139" y="2790328"/>
                  <a:pt x="4957242" y="3053226"/>
                </a:cubicBezTo>
                <a:lnTo>
                  <a:pt x="3053225" y="4957242"/>
                </a:lnTo>
                <a:cubicBezTo>
                  <a:pt x="2790328" y="5220140"/>
                  <a:pt x="2364086" y="5220140"/>
                  <a:pt x="2101189" y="4957242"/>
                </a:cubicBezTo>
                <a:lnTo>
                  <a:pt x="197173" y="3053226"/>
                </a:lnTo>
                <a:cubicBezTo>
                  <a:pt x="-65725" y="2790328"/>
                  <a:pt x="-65725" y="2364087"/>
                  <a:pt x="197173" y="2101190"/>
                </a:cubicBezTo>
                <a:lnTo>
                  <a:pt x="2101189" y="197173"/>
                </a:lnTo>
                <a:cubicBezTo>
                  <a:pt x="2232638" y="65725"/>
                  <a:pt x="2404923" y="1"/>
                  <a:pt x="257720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45225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/>
          </p:nvPr>
        </p:nvSpPr>
        <p:spPr>
          <a:xfrm>
            <a:off x="-3889" y="0"/>
            <a:ext cx="8526608" cy="6861384"/>
          </a:xfrm>
          <a:custGeom>
            <a:avLst/>
            <a:gdLst>
              <a:gd name="connsiteX0" fmla="*/ 2168733 w 8526608"/>
              <a:gd name="connsiteY0" fmla="*/ 3379790 h 6861384"/>
              <a:gd name="connsiteX1" fmla="*/ 5043409 w 8526608"/>
              <a:gd name="connsiteY1" fmla="*/ 3379790 h 6861384"/>
              <a:gd name="connsiteX2" fmla="*/ 5896833 w 8526608"/>
              <a:gd name="connsiteY2" fmla="*/ 4233214 h 6861384"/>
              <a:gd name="connsiteX3" fmla="*/ 5899369 w 8526608"/>
              <a:gd name="connsiteY3" fmla="*/ 4233214 h 6861384"/>
              <a:gd name="connsiteX4" fmla="*/ 5901823 w 8526608"/>
              <a:gd name="connsiteY4" fmla="*/ 4233214 h 6861384"/>
              <a:gd name="connsiteX5" fmla="*/ 8526608 w 8526608"/>
              <a:gd name="connsiteY5" fmla="*/ 6858000 h 6861384"/>
              <a:gd name="connsiteX6" fmla="*/ 8524155 w 8526608"/>
              <a:gd name="connsiteY6" fmla="*/ 6858000 h 6861384"/>
              <a:gd name="connsiteX7" fmla="*/ 8526607 w 8526608"/>
              <a:gd name="connsiteY7" fmla="*/ 6860452 h 6861384"/>
              <a:gd name="connsiteX8" fmla="*/ 8525675 w 8526608"/>
              <a:gd name="connsiteY8" fmla="*/ 6861384 h 6861384"/>
              <a:gd name="connsiteX9" fmla="*/ 5648693 w 8526608"/>
              <a:gd name="connsiteY9" fmla="*/ 6861383 h 6861384"/>
              <a:gd name="connsiteX10" fmla="*/ 3020524 w 8526608"/>
              <a:gd name="connsiteY10" fmla="*/ 4233214 h 6861384"/>
              <a:gd name="connsiteX11" fmla="*/ 3022157 w 8526608"/>
              <a:gd name="connsiteY11" fmla="*/ 4233214 h 6861384"/>
              <a:gd name="connsiteX12" fmla="*/ 0 w 8526608"/>
              <a:gd name="connsiteY12" fmla="*/ 1586753 h 6861384"/>
              <a:gd name="connsiteX13" fmla="*/ 5271247 w 8526608"/>
              <a:gd name="connsiteY13" fmla="*/ 6858000 h 6861384"/>
              <a:gd name="connsiteX14" fmla="*/ 5129997 w 8526608"/>
              <a:gd name="connsiteY14" fmla="*/ 6858000 h 6861384"/>
              <a:gd name="connsiteX15" fmla="*/ 3889 w 8526608"/>
              <a:gd name="connsiteY15" fmla="*/ 6858000 h 6861384"/>
              <a:gd name="connsiteX16" fmla="*/ 0 w 8526608"/>
              <a:gd name="connsiteY16" fmla="*/ 6858000 h 6861384"/>
              <a:gd name="connsiteX17" fmla="*/ 5085493 w 8526608"/>
              <a:gd name="connsiteY17" fmla="*/ 0 h 6861384"/>
              <a:gd name="connsiteX18" fmla="*/ 7964337 w 8526608"/>
              <a:gd name="connsiteY18" fmla="*/ 0 h 6861384"/>
              <a:gd name="connsiteX19" fmla="*/ 4821358 w 8526608"/>
              <a:gd name="connsiteY19" fmla="*/ 3142979 h 6861384"/>
              <a:gd name="connsiteX20" fmla="*/ 1942512 w 8526608"/>
              <a:gd name="connsiteY20" fmla="*/ 3142979 h 6861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26608" h="6861384">
                <a:moveTo>
                  <a:pt x="2168733" y="3379790"/>
                </a:moveTo>
                <a:lnTo>
                  <a:pt x="5043409" y="3379790"/>
                </a:lnTo>
                <a:lnTo>
                  <a:pt x="5896833" y="4233214"/>
                </a:lnTo>
                <a:lnTo>
                  <a:pt x="5899369" y="4233214"/>
                </a:lnTo>
                <a:lnTo>
                  <a:pt x="5901823" y="4233214"/>
                </a:lnTo>
                <a:lnTo>
                  <a:pt x="8526608" y="6858000"/>
                </a:lnTo>
                <a:lnTo>
                  <a:pt x="8524155" y="6858000"/>
                </a:lnTo>
                <a:lnTo>
                  <a:pt x="8526607" y="6860452"/>
                </a:lnTo>
                <a:lnTo>
                  <a:pt x="8525675" y="6861384"/>
                </a:lnTo>
                <a:lnTo>
                  <a:pt x="5648693" y="6861383"/>
                </a:lnTo>
                <a:lnTo>
                  <a:pt x="3020524" y="4233214"/>
                </a:lnTo>
                <a:lnTo>
                  <a:pt x="3022157" y="4233214"/>
                </a:lnTo>
                <a:close/>
                <a:moveTo>
                  <a:pt x="0" y="1586753"/>
                </a:moveTo>
                <a:lnTo>
                  <a:pt x="5271247" y="6858000"/>
                </a:lnTo>
                <a:lnTo>
                  <a:pt x="5129997" y="6858000"/>
                </a:lnTo>
                <a:lnTo>
                  <a:pt x="3889" y="6858000"/>
                </a:lnTo>
                <a:lnTo>
                  <a:pt x="0" y="6858000"/>
                </a:lnTo>
                <a:close/>
                <a:moveTo>
                  <a:pt x="5085493" y="0"/>
                </a:moveTo>
                <a:lnTo>
                  <a:pt x="7964337" y="0"/>
                </a:lnTo>
                <a:lnTo>
                  <a:pt x="4821358" y="3142979"/>
                </a:lnTo>
                <a:lnTo>
                  <a:pt x="1942512" y="3142979"/>
                </a:lnTo>
                <a:close/>
              </a:path>
            </a:pathLst>
          </a:custGeom>
          <a:pattFill prst="solidDmnd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algn="ctr">
              <a:defRPr sz="11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876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C7B424-5174-4D9C-89EE-C84DC0F87A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95550" y="0"/>
            <a:ext cx="9696450" cy="6858000"/>
          </a:xfrm>
          <a:custGeom>
            <a:avLst/>
            <a:gdLst>
              <a:gd name="connsiteX0" fmla="*/ 6858000 w 9696450"/>
              <a:gd name="connsiteY0" fmla="*/ 0 h 6858000"/>
              <a:gd name="connsiteX1" fmla="*/ 9696450 w 9696450"/>
              <a:gd name="connsiteY1" fmla="*/ 0 h 6858000"/>
              <a:gd name="connsiteX2" fmla="*/ 9696450 w 9696450"/>
              <a:gd name="connsiteY2" fmla="*/ 6858000 h 6858000"/>
              <a:gd name="connsiteX3" fmla="*/ 6858000 w 9696450"/>
              <a:gd name="connsiteY3" fmla="*/ 6858000 h 6858000"/>
              <a:gd name="connsiteX4" fmla="*/ 0 w 969645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696450" h="6858000">
                <a:moveTo>
                  <a:pt x="6858000" y="0"/>
                </a:moveTo>
                <a:lnTo>
                  <a:pt x="9696450" y="0"/>
                </a:lnTo>
                <a:lnTo>
                  <a:pt x="9696450" y="6858000"/>
                </a:lnTo>
                <a:lnTo>
                  <a:pt x="6858000" y="6858000"/>
                </a:lnTo>
                <a:lnTo>
                  <a:pt x="0" y="6858000"/>
                </a:lnTo>
                <a:close/>
              </a:path>
            </a:pathLst>
          </a:custGeom>
          <a:pattFill prst="pct10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>
              <a:defRPr lang="en-ID" sz="1000"/>
            </a:lvl1pPr>
          </a:lstStyle>
          <a:p>
            <a:pPr lvl="0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263616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8CCD766-6067-C0AD-AFE7-DF37F4D185AA}"/>
              </a:ext>
            </a:extLst>
          </p:cNvPr>
          <p:cNvSpPr/>
          <p:nvPr userDrawn="1"/>
        </p:nvSpPr>
        <p:spPr>
          <a:xfrm>
            <a:off x="4608243" y="6498105"/>
            <a:ext cx="2832464" cy="284693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9050" tIns="19050" rIns="19050" bIns="1905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1E909D9-AF83-3CB8-3DD7-8BF8DB0EE2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44707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3" imgH="357" progId="TCLayout.ActiveDocument.1">
                  <p:embed/>
                </p:oleObj>
              </mc:Choice>
              <mc:Fallback>
                <p:oleObj name="think-cell Slide" r:id="rId3" imgW="353" imgH="357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E909D9-AF83-3CB8-3DD7-8BF8DB0EE2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B5CCFB4-8BFB-FC5E-ECCC-477547FB45EE}"/>
              </a:ext>
            </a:extLst>
          </p:cNvPr>
          <p:cNvSpPr/>
          <p:nvPr userDrawn="1"/>
        </p:nvSpPr>
        <p:spPr>
          <a:xfrm>
            <a:off x="6096001" y="-477132"/>
            <a:ext cx="6096000" cy="7507409"/>
          </a:xfrm>
          <a:custGeom>
            <a:avLst/>
            <a:gdLst>
              <a:gd name="connsiteX0" fmla="*/ 4686300 w 4686300"/>
              <a:gd name="connsiteY0" fmla="*/ 0 h 5771323"/>
              <a:gd name="connsiteX1" fmla="*/ 4686300 w 4686300"/>
              <a:gd name="connsiteY1" fmla="*/ 5771323 h 5771323"/>
              <a:gd name="connsiteX2" fmla="*/ 0 w 4686300"/>
              <a:gd name="connsiteY2" fmla="*/ 5771323 h 5771323"/>
              <a:gd name="connsiteX3" fmla="*/ 162098 w 4686300"/>
              <a:gd name="connsiteY3" fmla="*/ 5708917 h 5771323"/>
              <a:gd name="connsiteX4" fmla="*/ 738291 w 4686300"/>
              <a:gd name="connsiteY4" fmla="*/ 5379802 h 5771323"/>
              <a:gd name="connsiteX5" fmla="*/ 2022236 w 4686300"/>
              <a:gd name="connsiteY5" fmla="*/ 3171697 h 5771323"/>
              <a:gd name="connsiteX6" fmla="*/ 2172966 w 4686300"/>
              <a:gd name="connsiteY6" fmla="*/ 1649451 h 5771323"/>
              <a:gd name="connsiteX7" fmla="*/ 3312530 w 4686300"/>
              <a:gd name="connsiteY7" fmla="*/ 369428 h 5771323"/>
              <a:gd name="connsiteX8" fmla="*/ 4634526 w 4686300"/>
              <a:gd name="connsiteY8" fmla="*/ 4613 h 5771323"/>
              <a:gd name="connsiteX9" fmla="*/ 4686300 w 4686300"/>
              <a:gd name="connsiteY9" fmla="*/ 0 h 577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686300" h="5771323">
                <a:moveTo>
                  <a:pt x="4686300" y="0"/>
                </a:moveTo>
                <a:lnTo>
                  <a:pt x="4686300" y="5771323"/>
                </a:lnTo>
                <a:lnTo>
                  <a:pt x="0" y="5771323"/>
                </a:lnTo>
                <a:lnTo>
                  <a:pt x="162098" y="5708917"/>
                </a:lnTo>
                <a:cubicBezTo>
                  <a:pt x="367280" y="5618116"/>
                  <a:pt x="560612" y="5508147"/>
                  <a:pt x="738291" y="5379802"/>
                </a:cubicBezTo>
                <a:cubicBezTo>
                  <a:pt x="1454350" y="4870539"/>
                  <a:pt x="1919951" y="4067255"/>
                  <a:pt x="2022236" y="3171697"/>
                </a:cubicBezTo>
                <a:cubicBezTo>
                  <a:pt x="2082477" y="2662361"/>
                  <a:pt x="2034629" y="2127484"/>
                  <a:pt x="2172966" y="1649451"/>
                </a:cubicBezTo>
                <a:cubicBezTo>
                  <a:pt x="2340410" y="1078364"/>
                  <a:pt x="2772580" y="639068"/>
                  <a:pt x="3312530" y="369428"/>
                </a:cubicBezTo>
                <a:cubicBezTo>
                  <a:pt x="3710870" y="167507"/>
                  <a:pt x="4163820" y="56383"/>
                  <a:pt x="4634526" y="4613"/>
                </a:cubicBezTo>
                <a:lnTo>
                  <a:pt x="4686300" y="0"/>
                </a:lnTo>
                <a:close/>
              </a:path>
            </a:pathLst>
          </a:custGeom>
          <a:solidFill>
            <a:srgbClr val="8E992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3A9DEF5-22AF-20EA-DD66-624B618C74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2080588"/>
            <a:ext cx="808504" cy="5940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24">
            <a:extLst>
              <a:ext uri="{FF2B5EF4-FFF2-40B4-BE49-F238E27FC236}">
                <a16:creationId xmlns:a16="http://schemas.microsoft.com/office/drawing/2014/main" id="{F1844889-36D5-5096-08E4-EF0E5A4E35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23202"/>
            <a:ext cx="10972800" cy="1645920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49544653-C357-EDF2-4926-A3523B86E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1"/>
            <a:ext cx="10972800" cy="4616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defRPr sz="30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D1AD8E9-14E0-DEBC-E279-0419F76C33F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609600" y="3562651"/>
            <a:ext cx="808504" cy="5940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F1D3D7EE-F7FA-605D-CAAE-D7BAF4AEF33B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609600" y="5051461"/>
            <a:ext cx="808504" cy="5940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596198EA-48D9-ABBF-390D-B78B363BC4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31057" y="2080588"/>
            <a:ext cx="808504" cy="5940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959E49B7-D087-EB01-D3D4-2E533FE2A9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31057" y="3562651"/>
            <a:ext cx="808504" cy="5940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93E013A0-C91D-0AEC-CAC0-B5CB173401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31057" y="5051461"/>
            <a:ext cx="808504" cy="59402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63" name="Text Placeholder 59">
            <a:extLst>
              <a:ext uri="{FF2B5EF4-FFF2-40B4-BE49-F238E27FC236}">
                <a16:creationId xmlns:a16="http://schemas.microsoft.com/office/drawing/2014/main" id="{40CD25C0-586C-D957-6825-6D6710EBD51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86597" y="2194719"/>
            <a:ext cx="1701271" cy="36576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/>
          </a:p>
        </p:txBody>
      </p:sp>
      <p:sp>
        <p:nvSpPr>
          <p:cNvPr id="64" name="Text Placeholder 59">
            <a:extLst>
              <a:ext uri="{FF2B5EF4-FFF2-40B4-BE49-F238E27FC236}">
                <a16:creationId xmlns:a16="http://schemas.microsoft.com/office/drawing/2014/main" id="{120C9134-BC48-BFC1-F517-AEE33ACBB60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86597" y="3676782"/>
            <a:ext cx="1701271" cy="36576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/>
          </a:p>
        </p:txBody>
      </p:sp>
      <p:sp>
        <p:nvSpPr>
          <p:cNvPr id="65" name="Text Placeholder 59">
            <a:extLst>
              <a:ext uri="{FF2B5EF4-FFF2-40B4-BE49-F238E27FC236}">
                <a16:creationId xmlns:a16="http://schemas.microsoft.com/office/drawing/2014/main" id="{18C9CD3F-F162-9939-C3C3-AA9A9D593B7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86597" y="5165592"/>
            <a:ext cx="1701271" cy="36576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/>
          </a:p>
        </p:txBody>
      </p:sp>
      <p:sp>
        <p:nvSpPr>
          <p:cNvPr id="72" name="Text Placeholder 59">
            <a:extLst>
              <a:ext uri="{FF2B5EF4-FFF2-40B4-BE49-F238E27FC236}">
                <a16:creationId xmlns:a16="http://schemas.microsoft.com/office/drawing/2014/main" id="{B3EF78C3-4E47-1004-7D9F-D9F74C9C4DB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08243" y="2194719"/>
            <a:ext cx="1701271" cy="36576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/>
          </a:p>
        </p:txBody>
      </p:sp>
      <p:sp>
        <p:nvSpPr>
          <p:cNvPr id="73" name="Text Placeholder 59">
            <a:extLst>
              <a:ext uri="{FF2B5EF4-FFF2-40B4-BE49-F238E27FC236}">
                <a16:creationId xmlns:a16="http://schemas.microsoft.com/office/drawing/2014/main" id="{C263847E-E586-C597-CE9D-5B59A362A3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08243" y="3676782"/>
            <a:ext cx="1701271" cy="36576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/>
          </a:p>
        </p:txBody>
      </p:sp>
      <p:sp>
        <p:nvSpPr>
          <p:cNvPr id="74" name="Text Placeholder 59">
            <a:extLst>
              <a:ext uri="{FF2B5EF4-FFF2-40B4-BE49-F238E27FC236}">
                <a16:creationId xmlns:a16="http://schemas.microsoft.com/office/drawing/2014/main" id="{76929A81-ED4D-4F1C-F51C-D9285B7CA81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608243" y="5165592"/>
            <a:ext cx="1701271" cy="365760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endParaRPr lang="en-US"/>
          </a:p>
        </p:txBody>
      </p:sp>
      <p:sp>
        <p:nvSpPr>
          <p:cNvPr id="85" name="Slide Number Placeholder 5">
            <a:extLst>
              <a:ext uri="{FF2B5EF4-FFF2-40B4-BE49-F238E27FC236}">
                <a16:creationId xmlns:a16="http://schemas.microsoft.com/office/drawing/2014/main" id="{37CC51BD-FA76-C59E-8C8A-19C4E9B6986F}"/>
              </a:ext>
            </a:extLst>
          </p:cNvPr>
          <p:cNvSpPr txBox="1">
            <a:spLocks/>
          </p:cNvSpPr>
          <p:nvPr userDrawn="1"/>
        </p:nvSpPr>
        <p:spPr>
          <a:xfrm>
            <a:off x="11588894" y="6415803"/>
            <a:ext cx="249427" cy="246221"/>
          </a:xfrm>
          <a:prstGeom prst="rect">
            <a:avLst/>
          </a:prstGeom>
        </p:spPr>
        <p:txBody>
          <a:bodyPr vert="horz" wrap="none" lIns="45720" tIns="45720" rIns="4572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2973526-1ACD-43D6-B68B-71CA56DA208B}" type="slidenum">
              <a:rPr lang="en-US" sz="1000" smtClean="0">
                <a:solidFill>
                  <a:schemeClr val="accent2"/>
                </a:solidFill>
              </a:rPr>
              <a:pPr/>
              <a:t>‹#›</a:t>
            </a:fld>
            <a:endParaRPr lang="en-US" sz="1100">
              <a:solidFill>
                <a:schemeClr val="accent2"/>
              </a:solidFill>
            </a:endParaRP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13AD861-A6F8-B956-C39B-66D1C295E3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39436" y="-226461"/>
            <a:ext cx="5752565" cy="7084461"/>
          </a:xfrm>
          <a:custGeom>
            <a:avLst/>
            <a:gdLst>
              <a:gd name="connsiteX0" fmla="*/ 4686300 w 4686300"/>
              <a:gd name="connsiteY0" fmla="*/ 0 h 5771323"/>
              <a:gd name="connsiteX1" fmla="*/ 4686300 w 4686300"/>
              <a:gd name="connsiteY1" fmla="*/ 5771323 h 5771323"/>
              <a:gd name="connsiteX2" fmla="*/ 0 w 4686300"/>
              <a:gd name="connsiteY2" fmla="*/ 5771323 h 5771323"/>
              <a:gd name="connsiteX3" fmla="*/ 162098 w 4686300"/>
              <a:gd name="connsiteY3" fmla="*/ 5708917 h 5771323"/>
              <a:gd name="connsiteX4" fmla="*/ 738291 w 4686300"/>
              <a:gd name="connsiteY4" fmla="*/ 5379802 h 5771323"/>
              <a:gd name="connsiteX5" fmla="*/ 2022236 w 4686300"/>
              <a:gd name="connsiteY5" fmla="*/ 3171697 h 5771323"/>
              <a:gd name="connsiteX6" fmla="*/ 2172966 w 4686300"/>
              <a:gd name="connsiteY6" fmla="*/ 1649451 h 5771323"/>
              <a:gd name="connsiteX7" fmla="*/ 3312530 w 4686300"/>
              <a:gd name="connsiteY7" fmla="*/ 369428 h 5771323"/>
              <a:gd name="connsiteX8" fmla="*/ 4634526 w 4686300"/>
              <a:gd name="connsiteY8" fmla="*/ 4613 h 577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6300" h="5771323">
                <a:moveTo>
                  <a:pt x="4686300" y="0"/>
                </a:moveTo>
                <a:lnTo>
                  <a:pt x="4686300" y="5771323"/>
                </a:lnTo>
                <a:lnTo>
                  <a:pt x="0" y="5771323"/>
                </a:lnTo>
                <a:lnTo>
                  <a:pt x="162098" y="5708917"/>
                </a:lnTo>
                <a:cubicBezTo>
                  <a:pt x="367280" y="5618116"/>
                  <a:pt x="560612" y="5508147"/>
                  <a:pt x="738291" y="5379802"/>
                </a:cubicBezTo>
                <a:cubicBezTo>
                  <a:pt x="1454350" y="4870539"/>
                  <a:pt x="1919951" y="4067255"/>
                  <a:pt x="2022236" y="3171697"/>
                </a:cubicBezTo>
                <a:cubicBezTo>
                  <a:pt x="2082477" y="2662361"/>
                  <a:pt x="2034629" y="2127484"/>
                  <a:pt x="2172966" y="1649451"/>
                </a:cubicBezTo>
                <a:cubicBezTo>
                  <a:pt x="2340410" y="1078364"/>
                  <a:pt x="2772580" y="639068"/>
                  <a:pt x="3312530" y="369428"/>
                </a:cubicBezTo>
                <a:cubicBezTo>
                  <a:pt x="3710869" y="167507"/>
                  <a:pt x="4163820" y="56383"/>
                  <a:pt x="4634526" y="4613"/>
                </a:cubicBezTo>
                <a:close/>
              </a:path>
            </a:pathLst>
          </a:custGeom>
          <a:solidFill>
            <a:srgbClr val="8E992E"/>
          </a:solidFill>
        </p:spPr>
        <p:txBody>
          <a:bodyPr wrap="square" lIns="731520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D3A33-4D76-8813-6062-CACBCC9D80E2}"/>
              </a:ext>
            </a:extLst>
          </p:cNvPr>
          <p:cNvSpPr txBox="1"/>
          <p:nvPr userDrawn="1"/>
        </p:nvSpPr>
        <p:spPr>
          <a:xfrm>
            <a:off x="1700309" y="6534078"/>
            <a:ext cx="3251200" cy="21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85000"/>
                  </a:schemeClr>
                </a:solidFill>
                <a:latin typeface="+mj-lt"/>
              </a:rPr>
              <a:t>Vixxo Facility Solutions |  Confidential and Proprietary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634820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5A9AF05B-3468-4E36-B933-0E1F2769F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2371840"/>
            <a:ext cx="4050792" cy="123110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A9EDEA1-D41B-47A1-9E3F-B07C42DAD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755134"/>
            <a:ext cx="4050792" cy="70516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D0FC2E45-8089-45D0-8082-6938FC2CBB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612490"/>
            <a:ext cx="4050792" cy="26431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2"/>
                </a:solidFill>
              </a:defRPr>
            </a:lvl1pPr>
            <a:lvl2pPr marL="457200" indent="0">
              <a:buNone/>
              <a:defRPr sz="1200">
                <a:solidFill>
                  <a:schemeClr val="bg2"/>
                </a:solidFill>
              </a:defRPr>
            </a:lvl2pPr>
            <a:lvl3pPr marL="914400" indent="0">
              <a:buNone/>
              <a:defRPr sz="1200">
                <a:solidFill>
                  <a:schemeClr val="bg2"/>
                </a:solidFill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042D488-E703-40B4-AC63-97A46FA0A7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8272" y="1211144"/>
            <a:ext cx="6048759" cy="4961056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2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pos="192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428795" y="2494104"/>
            <a:ext cx="10414001" cy="232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750" y="6219656"/>
            <a:ext cx="635000" cy="324191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r">
              <a:lnSpc>
                <a:spcPct val="90000"/>
              </a:lnSpc>
              <a:defRPr sz="1600" spc="0">
                <a:solidFill>
                  <a:srgbClr val="929292"/>
                </a:solidFill>
                <a:latin typeface="+mn-lt"/>
                <a:ea typeface="+mn-ea"/>
                <a:cs typeface="+mn-cs"/>
                <a:sym typeface="Montserrat Bold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766AF-B169-C3A5-610B-2B0938D0B36B}"/>
              </a:ext>
            </a:extLst>
          </p:cNvPr>
          <p:cNvSpPr txBox="1"/>
          <p:nvPr userDrawn="1"/>
        </p:nvSpPr>
        <p:spPr>
          <a:xfrm>
            <a:off x="4470400" y="6534078"/>
            <a:ext cx="3251200" cy="21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85000"/>
                  </a:schemeClr>
                </a:solidFill>
                <a:latin typeface="+mj-lt"/>
              </a:rPr>
              <a:t>Vixxo Facility Solutions |  Confidential and Proprietary | 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32" r:id="rId8"/>
    <p:sldLayoutId id="2147483650" r:id="rId9"/>
    <p:sldLayoutId id="2147483693" r:id="rId10"/>
    <p:sldLayoutId id="2147483694" r:id="rId11"/>
    <p:sldLayoutId id="2147483695" r:id="rId12"/>
    <p:sldLayoutId id="2147483696" r:id="rId13"/>
    <p:sldLayoutId id="2147483698" r:id="rId14"/>
    <p:sldLayoutId id="2147483701" r:id="rId15"/>
    <p:sldLayoutId id="2147483702" r:id="rId16"/>
    <p:sldLayoutId id="2147483710" r:id="rId17"/>
    <p:sldLayoutId id="2147483712" r:id="rId18"/>
    <p:sldLayoutId id="2147483716" r:id="rId19"/>
    <p:sldLayoutId id="2147483717" r:id="rId20"/>
    <p:sldLayoutId id="2147483729" r:id="rId21"/>
    <p:sldLayoutId id="2147483737" r:id="rId22"/>
    <p:sldLayoutId id="2147483750" r:id="rId23"/>
    <p:sldLayoutId id="2147483821" r:id="rId24"/>
    <p:sldLayoutId id="2147483822" r:id="rId25"/>
    <p:sldLayoutId id="2147483823" r:id="rId26"/>
    <p:sldLayoutId id="2147483824" r:id="rId27"/>
    <p:sldLayoutId id="2147483825" r:id="rId28"/>
    <p:sldLayoutId id="2147483829" r:id="rId29"/>
    <p:sldLayoutId id="2147483830" r:id="rId30"/>
    <p:sldLayoutId id="2147483840" r:id="rId31"/>
    <p:sldLayoutId id="2147483841" r:id="rId32"/>
  </p:sldLayoutIdLst>
  <p:transition spd="med"/>
  <p:hf hdr="0" ftr="0" dt="0"/>
  <p:txStyles>
    <p:titleStyle>
      <a:lvl1pPr marL="0" marR="0" indent="0" algn="l" defTabSz="4127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0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1pPr>
      <a:lvl2pPr marL="0" marR="0" indent="0" algn="l" defTabSz="4127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0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2pPr>
      <a:lvl3pPr marL="0" marR="0" indent="0" algn="l" defTabSz="4127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0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3pPr>
      <a:lvl4pPr marL="0" marR="0" indent="0" algn="l" defTabSz="4127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0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4pPr>
      <a:lvl5pPr marL="0" marR="0" indent="0" algn="l" defTabSz="4127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0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5pPr>
      <a:lvl6pPr marL="0" marR="0" indent="0" algn="l" defTabSz="4127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0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6pPr>
      <a:lvl7pPr marL="0" marR="0" indent="0" algn="l" defTabSz="4127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0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7pPr>
      <a:lvl8pPr marL="0" marR="0" indent="0" algn="l" defTabSz="4127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0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8pPr>
      <a:lvl9pPr marL="0" marR="0" indent="0" algn="l" defTabSz="41275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500" b="0" i="0" u="none" strike="noStrike" cap="none" spc="0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9pPr>
    </p:titleStyle>
    <p:bodyStyle>
      <a:lvl1pPr marL="0" marR="0" indent="0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50" b="0" i="0" u="none" strike="noStrike" cap="all" spc="63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1pPr>
      <a:lvl2pPr marL="0" marR="0" indent="0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50" b="0" i="0" u="none" strike="noStrike" cap="all" spc="63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2pPr>
      <a:lvl3pPr marL="0" marR="0" indent="0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50" b="0" i="0" u="none" strike="noStrike" cap="all" spc="63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3pPr>
      <a:lvl4pPr marL="0" marR="0" indent="0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50" b="0" i="0" u="none" strike="noStrike" cap="all" spc="63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4pPr>
      <a:lvl5pPr marL="0" marR="0" indent="0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50" b="0" i="0" u="none" strike="noStrike" cap="all" spc="63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5pPr>
      <a:lvl6pPr marL="0" marR="0" indent="177800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50" b="0" i="0" u="none" strike="noStrike" cap="all" spc="63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6pPr>
      <a:lvl7pPr marL="0" marR="0" indent="355600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50" b="0" i="0" u="none" strike="noStrike" cap="all" spc="63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7pPr>
      <a:lvl8pPr marL="0" marR="0" indent="533400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50" b="0" i="0" u="none" strike="noStrike" cap="all" spc="63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8pPr>
      <a:lvl9pPr marL="0" marR="0" indent="711200" algn="l" defTabSz="41275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50" b="0" i="0" u="none" strike="noStrike" cap="all" spc="63" baseline="0">
          <a:solidFill>
            <a:srgbClr val="454546"/>
          </a:solidFill>
          <a:uFillTx/>
          <a:latin typeface="+mn-lt"/>
          <a:ea typeface="+mn-ea"/>
          <a:cs typeface="+mn-cs"/>
          <a:sym typeface="Montserrat Bold"/>
        </a:defRPr>
      </a:lvl9pPr>
    </p:bodyStyle>
    <p:otherStyle>
      <a:lvl1pPr marL="0" marR="0" indent="0" algn="r" defTabSz="41275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Bold"/>
        </a:defRPr>
      </a:lvl1pPr>
      <a:lvl2pPr marL="0" marR="0" indent="114300" algn="r" defTabSz="41275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Bold"/>
        </a:defRPr>
      </a:lvl2pPr>
      <a:lvl3pPr marL="0" marR="0" indent="228600" algn="r" defTabSz="41275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Bold"/>
        </a:defRPr>
      </a:lvl3pPr>
      <a:lvl4pPr marL="0" marR="0" indent="342900" algn="r" defTabSz="41275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Bold"/>
        </a:defRPr>
      </a:lvl4pPr>
      <a:lvl5pPr marL="0" marR="0" indent="457200" algn="r" defTabSz="41275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Bold"/>
        </a:defRPr>
      </a:lvl5pPr>
      <a:lvl6pPr marL="0" marR="0" indent="571500" algn="r" defTabSz="41275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Bold"/>
        </a:defRPr>
      </a:lvl6pPr>
      <a:lvl7pPr marL="0" marR="0" indent="685800" algn="r" defTabSz="41275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Bold"/>
        </a:defRPr>
      </a:lvl7pPr>
      <a:lvl8pPr marL="0" marR="0" indent="800100" algn="r" defTabSz="41275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Bold"/>
        </a:defRPr>
      </a:lvl8pPr>
      <a:lvl9pPr marL="0" marR="0" indent="914400" algn="r" defTabSz="41275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serrat Bold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16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30.jpeg"/><Relationship Id="rId3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oup of people looking at a computer&#10;&#10;AI-generated content may be incorrect.">
            <a:extLst>
              <a:ext uri="{FF2B5EF4-FFF2-40B4-BE49-F238E27FC236}">
                <a16:creationId xmlns:a16="http://schemas.microsoft.com/office/drawing/2014/main" id="{08753844-6612-3DB9-AC2E-7B01C20C07E2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360" b="-1"/>
          <a:stretch>
            <a:fillRect/>
          </a:stretch>
        </p:blipFill>
        <p:spPr>
          <a:xfrm>
            <a:off x="-1" y="-1"/>
            <a:ext cx="12192001" cy="6858001"/>
          </a:xfr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09C4F03-7FB3-350E-C49E-B8F2EC1B2D97}"/>
              </a:ext>
            </a:extLst>
          </p:cNvPr>
          <p:cNvSpPr>
            <a:spLocks noChangeAspect="1"/>
          </p:cNvSpPr>
          <p:nvPr/>
        </p:nvSpPr>
        <p:spPr>
          <a:xfrm>
            <a:off x="36833" y="-10490"/>
            <a:ext cx="8137128" cy="6868490"/>
          </a:xfrm>
          <a:custGeom>
            <a:avLst/>
            <a:gdLst>
              <a:gd name="connsiteX0" fmla="*/ 32978 w 16274256"/>
              <a:gd name="connsiteY0" fmla="*/ 0 h 13674042"/>
              <a:gd name="connsiteX1" fmla="*/ 16274256 w 16274256"/>
              <a:gd name="connsiteY1" fmla="*/ 0 h 13674042"/>
              <a:gd name="connsiteX2" fmla="*/ 16080142 w 16274256"/>
              <a:gd name="connsiteY2" fmla="*/ 373771 h 13674042"/>
              <a:gd name="connsiteX3" fmla="*/ 9520543 w 16274256"/>
              <a:gd name="connsiteY3" fmla="*/ 12929307 h 13674042"/>
              <a:gd name="connsiteX4" fmla="*/ 9128157 w 16274256"/>
              <a:gd name="connsiteY4" fmla="*/ 13674042 h 13674042"/>
              <a:gd name="connsiteX5" fmla="*/ 0 w 16274256"/>
              <a:gd name="connsiteY5" fmla="*/ 13674042 h 13674042"/>
              <a:gd name="connsiteX6" fmla="*/ 2441 w 16274256"/>
              <a:gd name="connsiteY6" fmla="*/ 11526925 h 13674042"/>
              <a:gd name="connsiteX7" fmla="*/ 28490 w 16274256"/>
              <a:gd name="connsiteY7" fmla="*/ 3108081 h 1367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274256" h="13674042">
                <a:moveTo>
                  <a:pt x="32978" y="0"/>
                </a:moveTo>
                <a:lnTo>
                  <a:pt x="16274256" y="0"/>
                </a:lnTo>
                <a:lnTo>
                  <a:pt x="16080142" y="373771"/>
                </a:lnTo>
                <a:cubicBezTo>
                  <a:pt x="13987451" y="4401964"/>
                  <a:pt x="11698488" y="8792702"/>
                  <a:pt x="9520543" y="12929307"/>
                </a:cubicBezTo>
                <a:lnTo>
                  <a:pt x="9128157" y="13674042"/>
                </a:lnTo>
                <a:lnTo>
                  <a:pt x="0" y="13674042"/>
                </a:lnTo>
                <a:lnTo>
                  <a:pt x="2441" y="11526925"/>
                </a:lnTo>
                <a:cubicBezTo>
                  <a:pt x="8382" y="8717111"/>
                  <a:pt x="21178" y="5916129"/>
                  <a:pt x="28490" y="3108081"/>
                </a:cubicBezTo>
                <a:close/>
              </a:path>
            </a:pathLst>
          </a:custGeom>
          <a:solidFill>
            <a:schemeClr val="tx2">
              <a:alpha val="60000"/>
            </a:schemeClr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lang="en-US" sz="450">
              <a:latin typeface="Arial" panose="020B060402020202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0A42AEE-2162-5C6A-84E6-EFE39359CAD0}"/>
              </a:ext>
            </a:extLst>
          </p:cNvPr>
          <p:cNvSpPr>
            <a:spLocks noChangeAspect="1"/>
          </p:cNvSpPr>
          <p:nvPr/>
        </p:nvSpPr>
        <p:spPr>
          <a:xfrm>
            <a:off x="1" y="1"/>
            <a:ext cx="7666755" cy="6857999"/>
          </a:xfrm>
          <a:custGeom>
            <a:avLst/>
            <a:gdLst>
              <a:gd name="connsiteX0" fmla="*/ 0 w 15333509"/>
              <a:gd name="connsiteY0" fmla="*/ 0 h 13715997"/>
              <a:gd name="connsiteX1" fmla="*/ 15333509 w 15333509"/>
              <a:gd name="connsiteY1" fmla="*/ 0 h 13715997"/>
              <a:gd name="connsiteX2" fmla="*/ 15117605 w 15333509"/>
              <a:gd name="connsiteY2" fmla="*/ 415728 h 13715997"/>
              <a:gd name="connsiteX3" fmla="*/ 8558006 w 15333509"/>
              <a:gd name="connsiteY3" fmla="*/ 12971264 h 13715997"/>
              <a:gd name="connsiteX4" fmla="*/ 8165621 w 15333509"/>
              <a:gd name="connsiteY4" fmla="*/ 13715997 h 13715997"/>
              <a:gd name="connsiteX5" fmla="*/ 0 w 15333509"/>
              <a:gd name="connsiteY5" fmla="*/ 13715997 h 13715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33509" h="13715997">
                <a:moveTo>
                  <a:pt x="0" y="0"/>
                </a:moveTo>
                <a:lnTo>
                  <a:pt x="15333509" y="0"/>
                </a:lnTo>
                <a:lnTo>
                  <a:pt x="15117605" y="415728"/>
                </a:lnTo>
                <a:cubicBezTo>
                  <a:pt x="13024914" y="4443921"/>
                  <a:pt x="10735952" y="8834659"/>
                  <a:pt x="8558006" y="12971264"/>
                </a:cubicBezTo>
                <a:lnTo>
                  <a:pt x="8165621" y="13715997"/>
                </a:lnTo>
                <a:lnTo>
                  <a:pt x="0" y="1371599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lang="en-US" sz="450">
              <a:latin typeface="Arial" panose="020B060402020202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36994B7-F83F-4BAB-0255-7D16D0144CC2}"/>
              </a:ext>
            </a:extLst>
          </p:cNvPr>
          <p:cNvSpPr>
            <a:spLocks noChangeAspect="1"/>
          </p:cNvSpPr>
          <p:nvPr/>
        </p:nvSpPr>
        <p:spPr>
          <a:xfrm rot="10800000">
            <a:off x="10744271" y="4086198"/>
            <a:ext cx="1447729" cy="2771802"/>
          </a:xfrm>
          <a:custGeom>
            <a:avLst/>
            <a:gdLst>
              <a:gd name="connsiteX0" fmla="*/ 0 w 2895458"/>
              <a:gd name="connsiteY0" fmla="*/ 5543604 h 5543604"/>
              <a:gd name="connsiteX1" fmla="*/ 0 w 2895458"/>
              <a:gd name="connsiteY1" fmla="*/ 4231791 h 5543604"/>
              <a:gd name="connsiteX2" fmla="*/ 944300 w 2895458"/>
              <a:gd name="connsiteY2" fmla="*/ 2425404 h 5543604"/>
              <a:gd name="connsiteX3" fmla="*/ 2052758 w 2895458"/>
              <a:gd name="connsiteY3" fmla="*/ 298768 h 5543604"/>
              <a:gd name="connsiteX4" fmla="*/ 2208202 w 2895458"/>
              <a:gd name="connsiteY4" fmla="*/ 0 h 5543604"/>
              <a:gd name="connsiteX5" fmla="*/ 2895458 w 2895458"/>
              <a:gd name="connsiteY5" fmla="*/ 0 h 5543604"/>
              <a:gd name="connsiteX6" fmla="*/ 2703418 w 2895458"/>
              <a:gd name="connsiteY6" fmla="*/ 369353 h 5543604"/>
              <a:gd name="connsiteX7" fmla="*/ 204680 w 2895458"/>
              <a:gd name="connsiteY7" fmla="*/ 5153840 h 554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5458" h="5543604">
                <a:moveTo>
                  <a:pt x="0" y="5543604"/>
                </a:moveTo>
                <a:lnTo>
                  <a:pt x="0" y="4231791"/>
                </a:lnTo>
                <a:lnTo>
                  <a:pt x="944300" y="2425404"/>
                </a:lnTo>
                <a:cubicBezTo>
                  <a:pt x="1316808" y="1711696"/>
                  <a:pt x="1687234" y="1000931"/>
                  <a:pt x="2052758" y="298768"/>
                </a:cubicBezTo>
                <a:lnTo>
                  <a:pt x="2208202" y="0"/>
                </a:lnTo>
                <a:lnTo>
                  <a:pt x="2895458" y="0"/>
                </a:lnTo>
                <a:lnTo>
                  <a:pt x="2703418" y="369353"/>
                </a:lnTo>
                <a:cubicBezTo>
                  <a:pt x="1887146" y="1937896"/>
                  <a:pt x="1040292" y="3560704"/>
                  <a:pt x="204680" y="5153840"/>
                </a:cubicBezTo>
                <a:close/>
              </a:path>
            </a:pathLst>
          </a:custGeom>
          <a:solidFill>
            <a:schemeClr val="bg2">
              <a:alpha val="8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endParaRPr lang="en-US" sz="450">
              <a:latin typeface="Arial" panose="020B0604020202020204" pitchFamily="34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456B9DB-F7F8-D94C-3F8F-6806C2B94D98}"/>
              </a:ext>
            </a:extLst>
          </p:cNvPr>
          <p:cNvSpPr>
            <a:spLocks noChangeAspect="1"/>
          </p:cNvSpPr>
          <p:nvPr/>
        </p:nvSpPr>
        <p:spPr>
          <a:xfrm rot="10800000">
            <a:off x="11325700" y="5184672"/>
            <a:ext cx="866300" cy="1673329"/>
          </a:xfrm>
          <a:custGeom>
            <a:avLst/>
            <a:gdLst>
              <a:gd name="connsiteX0" fmla="*/ 0 w 1732600"/>
              <a:gd name="connsiteY0" fmla="*/ 3346657 h 3346657"/>
              <a:gd name="connsiteX1" fmla="*/ 0 w 1732600"/>
              <a:gd name="connsiteY1" fmla="*/ 2495675 h 3346657"/>
              <a:gd name="connsiteX2" fmla="*/ 448186 w 1732600"/>
              <a:gd name="connsiteY2" fmla="*/ 1631279 h 3346657"/>
              <a:gd name="connsiteX3" fmla="*/ 1246088 w 1732600"/>
              <a:gd name="connsiteY3" fmla="*/ 87458 h 3346657"/>
              <a:gd name="connsiteX4" fmla="*/ 1291194 w 1732600"/>
              <a:gd name="connsiteY4" fmla="*/ 0 h 3346657"/>
              <a:gd name="connsiteX5" fmla="*/ 1732600 w 1732600"/>
              <a:gd name="connsiteY5" fmla="*/ 0 h 3346657"/>
              <a:gd name="connsiteX6" fmla="*/ 1488582 w 1732600"/>
              <a:gd name="connsiteY6" fmla="*/ 473082 h 3346657"/>
              <a:gd name="connsiteX7" fmla="*/ 690638 w 1732600"/>
              <a:gd name="connsiteY7" fmla="*/ 2016226 h 334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2600" h="3346657">
                <a:moveTo>
                  <a:pt x="0" y="3346657"/>
                </a:moveTo>
                <a:lnTo>
                  <a:pt x="0" y="2495675"/>
                </a:lnTo>
                <a:lnTo>
                  <a:pt x="448186" y="1631279"/>
                </a:lnTo>
                <a:cubicBezTo>
                  <a:pt x="716992" y="1111940"/>
                  <a:pt x="983820" y="595593"/>
                  <a:pt x="1246088" y="87458"/>
                </a:cubicBezTo>
                <a:lnTo>
                  <a:pt x="1291194" y="0"/>
                </a:lnTo>
                <a:lnTo>
                  <a:pt x="1732600" y="0"/>
                </a:lnTo>
                <a:lnTo>
                  <a:pt x="1488582" y="473082"/>
                </a:lnTo>
                <a:cubicBezTo>
                  <a:pt x="1226392" y="980943"/>
                  <a:pt x="959292" y="1497589"/>
                  <a:pt x="690638" y="2016226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endParaRPr lang="en-US" sz="450"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3AED08-4A55-51F4-793F-EA5BEE6AF884}"/>
              </a:ext>
            </a:extLst>
          </p:cNvPr>
          <p:cNvSpPr txBox="1"/>
          <p:nvPr/>
        </p:nvSpPr>
        <p:spPr>
          <a:xfrm>
            <a:off x="-6266790" y="1387267"/>
            <a:ext cx="5965642" cy="46679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r>
              <a:rPr lang="en-US" sz="2000" b="1" u="sng">
                <a:solidFill>
                  <a:srgbClr val="FF0000"/>
                </a:solidFill>
                <a:latin typeface="+mj-lt"/>
              </a:rPr>
              <a:t>Instructions to Change Picture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Click the picture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Hit the Delete key on your keyboard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Click the picture icon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Select the picture you would like to insert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To move the positioning of your picture, double click the picture and click Crop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Right click the picture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Click Send to Back</a:t>
            </a:r>
          </a:p>
          <a:p>
            <a:pPr marL="371475" indent="-371475">
              <a:buFont typeface="+mj-lt"/>
              <a:buAutoNum type="arabicPeriod"/>
            </a:pPr>
            <a:endParaRPr lang="en-US" sz="200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6B2C3B-B933-E593-D7B7-499FF15FDDC7}"/>
              </a:ext>
            </a:extLst>
          </p:cNvPr>
          <p:cNvSpPr txBox="1"/>
          <p:nvPr/>
        </p:nvSpPr>
        <p:spPr>
          <a:xfrm>
            <a:off x="545740" y="775422"/>
            <a:ext cx="5043055" cy="18210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750" b="1">
                <a:solidFill>
                  <a:schemeClr val="bg1"/>
                </a:solidFill>
                <a:latin typeface="+mj-lt"/>
              </a:rPr>
              <a:t>Earn an extra</a:t>
            </a:r>
          </a:p>
          <a:p>
            <a:r>
              <a:t>WFH day every week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E3BF6AC-ADF7-10A3-4E99-6F74778D3879}"/>
              </a:ext>
            </a:extLst>
          </p:cNvPr>
          <p:cNvCxnSpPr/>
          <p:nvPr/>
        </p:nvCxnSpPr>
        <p:spPr>
          <a:xfrm>
            <a:off x="545740" y="3034146"/>
            <a:ext cx="4400333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4" name="Picture 3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EBB3BD05-8092-EE6C-1850-B24EB6CCDD8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27" y="4805243"/>
            <a:ext cx="2504505" cy="75885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3F2F08F-BA7D-2A99-2CE6-95C3F9B6F1AC}"/>
              </a:ext>
            </a:extLst>
          </p:cNvPr>
          <p:cNvSpPr txBox="1"/>
          <p:nvPr/>
        </p:nvSpPr>
        <p:spPr>
          <a:xfrm>
            <a:off x="545740" y="3510926"/>
            <a:ext cx="4400333" cy="4206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chemeClr val="bg1"/>
                </a:solidFill>
                <a:latin typeface="+mj-lt"/>
              </a:rPr>
              <a:t>August goal  ·  September reward  ·  Company program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76FD3-D044-273E-CA7E-1D2C84E6EB78}"/>
              </a:ext>
            </a:extLst>
          </p:cNvPr>
          <p:cNvSpPr txBox="1"/>
          <p:nvPr/>
        </p:nvSpPr>
        <p:spPr>
          <a:xfrm>
            <a:off x="265779" y="6505503"/>
            <a:ext cx="3251200" cy="21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85000"/>
                  </a:schemeClr>
                </a:solidFill>
                <a:latin typeface="+mj-lt"/>
              </a:rPr>
              <a:t>Vixxo Facility Solutions |  Confidential and Proprietary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45906209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Rectangle"/>
          <p:cNvSpPr/>
          <p:nvPr/>
        </p:nvSpPr>
        <p:spPr>
          <a:xfrm>
            <a:off x="-1" y="-1"/>
            <a:ext cx="4064001" cy="6858001"/>
          </a:xfrm>
          <a:prstGeom prst="rect">
            <a:avLst/>
          </a:prstGeom>
          <a:solidFill>
            <a:srgbClr val="8E992E"/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3" name="Modern wood structure architects"/>
          <p:cNvSpPr txBox="1"/>
          <p:nvPr/>
        </p:nvSpPr>
        <p:spPr>
          <a:xfrm>
            <a:off x="628588" y="2638437"/>
            <a:ext cx="2867025" cy="8476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5400" tIns="25400" rIns="25400" bIns="25400" numCol="1" anchor="t">
            <a:spAutoFit/>
          </a:bodyPr>
          <a:lstStyle>
            <a:lvl1pPr>
              <a:lnSpc>
                <a:spcPct val="90000"/>
              </a:lnSpc>
              <a:defRPr sz="6500" spc="0">
                <a:solidFill>
                  <a:srgbClr val="FFFFFF"/>
                </a:solidFill>
                <a:latin typeface="+mn-lt"/>
                <a:ea typeface="+mn-ea"/>
                <a:cs typeface="+mn-cs"/>
                <a:sym typeface="Montserrat Bold"/>
              </a:defRPr>
            </a:lvl1pPr>
          </a:lstStyle>
          <a:p>
            <a:r>
              <a:rPr lang="en-US" sz="5750" b="1"/>
              <a:t>Agenda</a:t>
            </a:r>
            <a:endParaRPr sz="5750" b="1"/>
          </a:p>
        </p:txBody>
      </p:sp>
      <p:sp>
        <p:nvSpPr>
          <p:cNvPr id="1946" name="Shape"/>
          <p:cNvSpPr/>
          <p:nvPr/>
        </p:nvSpPr>
        <p:spPr>
          <a:xfrm rot="16200000">
            <a:off x="693508" y="3617801"/>
            <a:ext cx="792500" cy="9223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3" h="21546" extrusionOk="0">
                <a:moveTo>
                  <a:pt x="9913" y="0"/>
                </a:moveTo>
                <a:cubicBezTo>
                  <a:pt x="9651" y="-2"/>
                  <a:pt x="9395" y="44"/>
                  <a:pt x="9153" y="148"/>
                </a:cubicBezTo>
                <a:cubicBezTo>
                  <a:pt x="8961" y="231"/>
                  <a:pt x="8789" y="346"/>
                  <a:pt x="8639" y="485"/>
                </a:cubicBezTo>
                <a:cubicBezTo>
                  <a:pt x="8491" y="624"/>
                  <a:pt x="8365" y="794"/>
                  <a:pt x="8276" y="971"/>
                </a:cubicBezTo>
                <a:cubicBezTo>
                  <a:pt x="8050" y="1420"/>
                  <a:pt x="8050" y="1930"/>
                  <a:pt x="8276" y="2378"/>
                </a:cubicBezTo>
                <a:cubicBezTo>
                  <a:pt x="8348" y="2517"/>
                  <a:pt x="8469" y="2666"/>
                  <a:pt x="8640" y="2844"/>
                </a:cubicBezTo>
                <a:cubicBezTo>
                  <a:pt x="8812" y="3023"/>
                  <a:pt x="9035" y="3231"/>
                  <a:pt x="9314" y="3488"/>
                </a:cubicBezTo>
                <a:lnTo>
                  <a:pt x="15360" y="9098"/>
                </a:lnTo>
                <a:lnTo>
                  <a:pt x="2761" y="9098"/>
                </a:lnTo>
                <a:cubicBezTo>
                  <a:pt x="2367" y="9098"/>
                  <a:pt x="2053" y="9098"/>
                  <a:pt x="1797" y="9110"/>
                </a:cubicBezTo>
                <a:cubicBezTo>
                  <a:pt x="1542" y="9122"/>
                  <a:pt x="1345" y="9147"/>
                  <a:pt x="1188" y="9197"/>
                </a:cubicBezTo>
                <a:cubicBezTo>
                  <a:pt x="685" y="9365"/>
                  <a:pt x="289" y="9732"/>
                  <a:pt x="107" y="10198"/>
                </a:cubicBezTo>
                <a:cubicBezTo>
                  <a:pt x="35" y="10383"/>
                  <a:pt x="0" y="10577"/>
                  <a:pt x="0" y="10773"/>
                </a:cubicBezTo>
                <a:cubicBezTo>
                  <a:pt x="0" y="10969"/>
                  <a:pt x="35" y="11164"/>
                  <a:pt x="107" y="11348"/>
                </a:cubicBezTo>
                <a:cubicBezTo>
                  <a:pt x="290" y="11813"/>
                  <a:pt x="686" y="12170"/>
                  <a:pt x="1188" y="12339"/>
                </a:cubicBezTo>
                <a:cubicBezTo>
                  <a:pt x="1345" y="12390"/>
                  <a:pt x="1542" y="12417"/>
                  <a:pt x="1797" y="12432"/>
                </a:cubicBezTo>
                <a:cubicBezTo>
                  <a:pt x="2053" y="12446"/>
                  <a:pt x="2367" y="12448"/>
                  <a:pt x="2761" y="12448"/>
                </a:cubicBezTo>
                <a:lnTo>
                  <a:pt x="15371" y="12448"/>
                </a:lnTo>
                <a:lnTo>
                  <a:pt x="9314" y="18058"/>
                </a:lnTo>
                <a:cubicBezTo>
                  <a:pt x="9035" y="18316"/>
                  <a:pt x="8810" y="18521"/>
                  <a:pt x="8635" y="18697"/>
                </a:cubicBezTo>
                <a:cubicBezTo>
                  <a:pt x="8461" y="18873"/>
                  <a:pt x="8338" y="19019"/>
                  <a:pt x="8265" y="19158"/>
                </a:cubicBezTo>
                <a:cubicBezTo>
                  <a:pt x="8039" y="19607"/>
                  <a:pt x="8049" y="20127"/>
                  <a:pt x="8276" y="20576"/>
                </a:cubicBezTo>
                <a:cubicBezTo>
                  <a:pt x="8365" y="20753"/>
                  <a:pt x="8490" y="20913"/>
                  <a:pt x="8639" y="21051"/>
                </a:cubicBezTo>
                <a:cubicBezTo>
                  <a:pt x="8789" y="21190"/>
                  <a:pt x="8962" y="21305"/>
                  <a:pt x="9153" y="21388"/>
                </a:cubicBezTo>
                <a:cubicBezTo>
                  <a:pt x="9637" y="21598"/>
                  <a:pt x="10199" y="21597"/>
                  <a:pt x="10683" y="21388"/>
                </a:cubicBezTo>
                <a:cubicBezTo>
                  <a:pt x="10833" y="21321"/>
                  <a:pt x="10991" y="21209"/>
                  <a:pt x="11181" y="21050"/>
                </a:cubicBezTo>
                <a:cubicBezTo>
                  <a:pt x="11371" y="20891"/>
                  <a:pt x="11593" y="20685"/>
                  <a:pt x="11871" y="20427"/>
                </a:cubicBezTo>
                <a:lnTo>
                  <a:pt x="20336" y="12587"/>
                </a:lnTo>
                <a:cubicBezTo>
                  <a:pt x="20469" y="12464"/>
                  <a:pt x="20590" y="12353"/>
                  <a:pt x="20699" y="12252"/>
                </a:cubicBezTo>
                <a:cubicBezTo>
                  <a:pt x="20808" y="12150"/>
                  <a:pt x="20905" y="12058"/>
                  <a:pt x="20989" y="11972"/>
                </a:cubicBezTo>
                <a:cubicBezTo>
                  <a:pt x="20998" y="11964"/>
                  <a:pt x="21012" y="11961"/>
                  <a:pt x="21021" y="11953"/>
                </a:cubicBezTo>
                <a:cubicBezTo>
                  <a:pt x="21170" y="11815"/>
                  <a:pt x="21285" y="11654"/>
                  <a:pt x="21374" y="11477"/>
                </a:cubicBezTo>
                <a:cubicBezTo>
                  <a:pt x="21600" y="11028"/>
                  <a:pt x="21600" y="10518"/>
                  <a:pt x="21374" y="10069"/>
                </a:cubicBezTo>
                <a:cubicBezTo>
                  <a:pt x="21285" y="9892"/>
                  <a:pt x="21170" y="9722"/>
                  <a:pt x="21021" y="9584"/>
                </a:cubicBezTo>
                <a:cubicBezTo>
                  <a:pt x="21003" y="9568"/>
                  <a:pt x="20975" y="9570"/>
                  <a:pt x="20957" y="9554"/>
                </a:cubicBezTo>
                <a:cubicBezTo>
                  <a:pt x="20874" y="9471"/>
                  <a:pt x="20783" y="9384"/>
                  <a:pt x="20680" y="9288"/>
                </a:cubicBezTo>
                <a:cubicBezTo>
                  <a:pt x="20578" y="9192"/>
                  <a:pt x="20464" y="9087"/>
                  <a:pt x="20336" y="8969"/>
                </a:cubicBezTo>
                <a:lnTo>
                  <a:pt x="11871" y="1120"/>
                </a:lnTo>
                <a:cubicBezTo>
                  <a:pt x="11593" y="862"/>
                  <a:pt x="11371" y="655"/>
                  <a:pt x="11181" y="496"/>
                </a:cubicBezTo>
                <a:cubicBezTo>
                  <a:pt x="10991" y="337"/>
                  <a:pt x="10833" y="226"/>
                  <a:pt x="10683" y="158"/>
                </a:cubicBezTo>
                <a:cubicBezTo>
                  <a:pt x="10441" y="54"/>
                  <a:pt x="10174" y="1"/>
                  <a:pt x="991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19050" tIns="19050" rIns="19050" bIns="19050" anchor="ctr"/>
          <a:lstStyle/>
          <a:p>
            <a:pPr algn="ctr">
              <a:lnSpc>
                <a:spcPct val="100000"/>
              </a:lnSpc>
              <a:defRPr sz="3200" spc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reihandform: Form 30">
            <a:extLst>
              <a:ext uri="{FF2B5EF4-FFF2-40B4-BE49-F238E27FC236}">
                <a16:creationId xmlns:a16="http://schemas.microsoft.com/office/drawing/2014/main" id="{A5B7420F-E94A-451F-0BA9-3E99C88DDB7C}"/>
              </a:ext>
            </a:extLst>
          </p:cNvPr>
          <p:cNvSpPr>
            <a:spLocks noChangeAspect="1"/>
          </p:cNvSpPr>
          <p:nvPr/>
        </p:nvSpPr>
        <p:spPr bwMode="gray">
          <a:xfrm>
            <a:off x="1675272" y="12464"/>
            <a:ext cx="2382558" cy="1899222"/>
          </a:xfrm>
          <a:custGeom>
            <a:avLst/>
            <a:gdLst>
              <a:gd name="connsiteX0" fmla="*/ 0 w 4764495"/>
              <a:gd name="connsiteY0" fmla="*/ 0 h 3798443"/>
              <a:gd name="connsiteX1" fmla="*/ 610116 w 4764495"/>
              <a:gd name="connsiteY1" fmla="*/ 0 h 3798443"/>
              <a:gd name="connsiteX2" fmla="*/ 1353406 w 4764495"/>
              <a:gd name="connsiteY2" fmla="*/ 1186851 h 3798443"/>
              <a:gd name="connsiteX3" fmla="*/ 1354455 w 4764495"/>
              <a:gd name="connsiteY3" fmla="*/ 1186851 h 3798443"/>
              <a:gd name="connsiteX4" fmla="*/ 2190710 w 4764495"/>
              <a:gd name="connsiteY4" fmla="*/ 2519403 h 3798443"/>
              <a:gd name="connsiteX5" fmla="*/ 2197006 w 4764495"/>
              <a:gd name="connsiteY5" fmla="*/ 2530945 h 3798443"/>
              <a:gd name="connsiteX6" fmla="*/ 2534865 w 4764495"/>
              <a:gd name="connsiteY6" fmla="*/ 3069212 h 3798443"/>
              <a:gd name="connsiteX7" fmla="*/ 2819213 w 4764495"/>
              <a:gd name="connsiteY7" fmla="*/ 2614885 h 3798443"/>
              <a:gd name="connsiteX8" fmla="*/ 1181952 w 4764495"/>
              <a:gd name="connsiteY8" fmla="*/ 0 h 3798443"/>
              <a:gd name="connsiteX9" fmla="*/ 1792041 w 4764495"/>
              <a:gd name="connsiteY9" fmla="*/ 0 h 3798443"/>
              <a:gd name="connsiteX10" fmla="*/ 1794092 w 4764495"/>
              <a:gd name="connsiteY10" fmla="*/ 3294 h 3798443"/>
              <a:gd name="connsiteX11" fmla="*/ 2505486 w 4764495"/>
              <a:gd name="connsiteY11" fmla="*/ 1139635 h 3798443"/>
              <a:gd name="connsiteX12" fmla="*/ 2535914 w 4764495"/>
              <a:gd name="connsiteY12" fmla="*/ 1187900 h 3798443"/>
              <a:gd name="connsiteX13" fmla="*/ 2726878 w 4764495"/>
              <a:gd name="connsiteY13" fmla="*/ 886765 h 3798443"/>
              <a:gd name="connsiteX14" fmla="*/ 2724780 w 4764495"/>
              <a:gd name="connsiteY14" fmla="*/ 886765 h 3798443"/>
              <a:gd name="connsiteX15" fmla="*/ 3279627 w 4764495"/>
              <a:gd name="connsiteY15" fmla="*/ 0 h 3798443"/>
              <a:gd name="connsiteX16" fmla="*/ 3888819 w 4764495"/>
              <a:gd name="connsiteY16" fmla="*/ 0 h 3798443"/>
              <a:gd name="connsiteX17" fmla="*/ 3361677 w 4764495"/>
              <a:gd name="connsiteY17" fmla="*/ 841647 h 3798443"/>
              <a:gd name="connsiteX18" fmla="*/ 3363775 w 4764495"/>
              <a:gd name="connsiteY18" fmla="*/ 841647 h 3798443"/>
              <a:gd name="connsiteX19" fmla="*/ 2851740 w 4764495"/>
              <a:gd name="connsiteY19" fmla="*/ 1655868 h 3798443"/>
              <a:gd name="connsiteX20" fmla="*/ 2840198 w 4764495"/>
              <a:gd name="connsiteY20" fmla="*/ 1674754 h 3798443"/>
              <a:gd name="connsiteX21" fmla="*/ 3126644 w 4764495"/>
              <a:gd name="connsiteY21" fmla="*/ 2132228 h 3798443"/>
              <a:gd name="connsiteX22" fmla="*/ 4460696 w 4764495"/>
              <a:gd name="connsiteY22" fmla="*/ 0 h 3798443"/>
              <a:gd name="connsiteX23" fmla="*/ 4764495 w 4764495"/>
              <a:gd name="connsiteY23" fmla="*/ 0 h 3798443"/>
              <a:gd name="connsiteX24" fmla="*/ 4764495 w 4764495"/>
              <a:gd name="connsiteY24" fmla="*/ 487332 h 3798443"/>
              <a:gd name="connsiteX25" fmla="*/ 4448703 w 4764495"/>
              <a:gd name="connsiteY25" fmla="*/ 991690 h 3798443"/>
              <a:gd name="connsiteX26" fmla="*/ 3617695 w 4764495"/>
              <a:gd name="connsiteY26" fmla="*/ 2315848 h 3798443"/>
              <a:gd name="connsiteX27" fmla="*/ 2762553 w 4764495"/>
              <a:gd name="connsiteY27" fmla="*/ 3677778 h 3798443"/>
              <a:gd name="connsiteX28" fmla="*/ 2533816 w 4764495"/>
              <a:gd name="connsiteY28" fmla="*/ 3798443 h 3798443"/>
              <a:gd name="connsiteX29" fmla="*/ 2299832 w 4764495"/>
              <a:gd name="connsiteY29" fmla="*/ 3671483 h 3798443"/>
              <a:gd name="connsiteX30" fmla="*/ 1724842 w 4764495"/>
              <a:gd name="connsiteY30" fmla="*/ 2752337 h 3798443"/>
              <a:gd name="connsiteX31" fmla="*/ 570663 w 4764495"/>
              <a:gd name="connsiteY31" fmla="*/ 922439 h 3798443"/>
              <a:gd name="connsiteX32" fmla="*/ 494067 w 4764495"/>
              <a:gd name="connsiteY32" fmla="*/ 797578 h 3798443"/>
              <a:gd name="connsiteX33" fmla="*/ 0 w 4764495"/>
              <a:gd name="connsiteY33" fmla="*/ 0 h 3798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764495" h="3798443">
                <a:moveTo>
                  <a:pt x="0" y="0"/>
                </a:moveTo>
                <a:lnTo>
                  <a:pt x="610116" y="0"/>
                </a:lnTo>
                <a:lnTo>
                  <a:pt x="1353406" y="1186851"/>
                </a:lnTo>
                <a:lnTo>
                  <a:pt x="1354455" y="1186851"/>
                </a:lnTo>
                <a:cubicBezTo>
                  <a:pt x="1632507" y="1630685"/>
                  <a:pt x="1911609" y="2075569"/>
                  <a:pt x="2190710" y="2519403"/>
                </a:cubicBezTo>
                <a:lnTo>
                  <a:pt x="2197006" y="2530945"/>
                </a:lnTo>
                <a:lnTo>
                  <a:pt x="2534865" y="3069212"/>
                </a:lnTo>
                <a:lnTo>
                  <a:pt x="2819213" y="2614885"/>
                </a:lnTo>
                <a:lnTo>
                  <a:pt x="1181952" y="0"/>
                </a:lnTo>
                <a:lnTo>
                  <a:pt x="1792041" y="0"/>
                </a:lnTo>
                <a:lnTo>
                  <a:pt x="1794092" y="3294"/>
                </a:lnTo>
                <a:cubicBezTo>
                  <a:pt x="2031224" y="382074"/>
                  <a:pt x="2268355" y="760854"/>
                  <a:pt x="2505486" y="1139635"/>
                </a:cubicBezTo>
                <a:lnTo>
                  <a:pt x="2535914" y="1187900"/>
                </a:lnTo>
                <a:lnTo>
                  <a:pt x="2726878" y="886765"/>
                </a:lnTo>
                <a:lnTo>
                  <a:pt x="2724780" y="886765"/>
                </a:lnTo>
                <a:lnTo>
                  <a:pt x="3279627" y="0"/>
                </a:lnTo>
                <a:lnTo>
                  <a:pt x="3888819" y="0"/>
                </a:lnTo>
                <a:lnTo>
                  <a:pt x="3361677" y="841647"/>
                </a:lnTo>
                <a:lnTo>
                  <a:pt x="3363775" y="841647"/>
                </a:lnTo>
                <a:cubicBezTo>
                  <a:pt x="3193796" y="1113404"/>
                  <a:pt x="3022768" y="1385160"/>
                  <a:pt x="2851740" y="1655868"/>
                </a:cubicBezTo>
                <a:lnTo>
                  <a:pt x="2840198" y="1674754"/>
                </a:lnTo>
                <a:lnTo>
                  <a:pt x="3126644" y="2132228"/>
                </a:lnTo>
                <a:lnTo>
                  <a:pt x="4460696" y="0"/>
                </a:lnTo>
                <a:lnTo>
                  <a:pt x="4764495" y="0"/>
                </a:lnTo>
                <a:lnTo>
                  <a:pt x="4764495" y="487332"/>
                </a:lnTo>
                <a:lnTo>
                  <a:pt x="4448703" y="991690"/>
                </a:lnTo>
                <a:cubicBezTo>
                  <a:pt x="4171700" y="1433426"/>
                  <a:pt x="3894697" y="1875161"/>
                  <a:pt x="3617695" y="2315848"/>
                </a:cubicBezTo>
                <a:cubicBezTo>
                  <a:pt x="3332297" y="2769125"/>
                  <a:pt x="3046901" y="3223452"/>
                  <a:pt x="2762553" y="3677778"/>
                </a:cubicBezTo>
                <a:cubicBezTo>
                  <a:pt x="2688056" y="3755423"/>
                  <a:pt x="2609362" y="3798443"/>
                  <a:pt x="2533816" y="3798443"/>
                </a:cubicBezTo>
                <a:cubicBezTo>
                  <a:pt x="2458270" y="3798443"/>
                  <a:pt x="2379576" y="3755423"/>
                  <a:pt x="2299832" y="3671483"/>
                </a:cubicBezTo>
                <a:lnTo>
                  <a:pt x="1724842" y="2752337"/>
                </a:lnTo>
                <a:lnTo>
                  <a:pt x="570663" y="922439"/>
                </a:lnTo>
                <a:cubicBezTo>
                  <a:pt x="545481" y="880469"/>
                  <a:pt x="519249" y="839548"/>
                  <a:pt x="494067" y="797578"/>
                </a:cubicBezTo>
                <a:lnTo>
                  <a:pt x="0" y="0"/>
                </a:lnTo>
                <a:close/>
              </a:path>
            </a:pathLst>
          </a:custGeom>
          <a:solidFill>
            <a:srgbClr val="3E4543">
              <a:alpha val="14118"/>
            </a:srgbClr>
          </a:solidFill>
          <a:ln w="104775" cap="flat">
            <a:noFill/>
            <a:prstDash val="solid"/>
            <a:miter/>
          </a:ln>
        </p:spPr>
        <p:txBody>
          <a:bodyPr rtlCol="0" anchor="ctr"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51FBB9-C1B6-994A-87D2-1054CDB560E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272" y="5943601"/>
            <a:ext cx="2007229" cy="608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8A86AA-3287-AEF1-DCB8-C8EB4716E391}"/>
              </a:ext>
            </a:extLst>
          </p:cNvPr>
          <p:cNvSpPr txBox="1"/>
          <p:nvPr/>
        </p:nvSpPr>
        <p:spPr>
          <a:xfrm>
            <a:off x="4931229" y="2180697"/>
            <a:ext cx="6632184" cy="25442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600" b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The prize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600" b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Why this matters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3600" b="1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The company goal</a:t>
            </a:r>
          </a:p>
          <a:p>
            <a:r>
              <a:t>How everyone helps</a:t>
            </a:r>
          </a:p>
          <a:p>
            <a:r>
              <a:t>FAQs and 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D25B3-94BB-9F28-4472-75C7BE3DAC19}"/>
              </a:ext>
            </a:extLst>
          </p:cNvPr>
          <p:cNvSpPr txBox="1"/>
          <p:nvPr/>
        </p:nvSpPr>
        <p:spPr>
          <a:xfrm>
            <a:off x="4470400" y="6534078"/>
            <a:ext cx="3251200" cy="21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85000"/>
                  </a:schemeClr>
                </a:solidFill>
                <a:latin typeface="+mj-lt"/>
              </a:rPr>
              <a:t>Vixxo Facility Solutions |  Confidential and Proprietary |  All Rights Reserved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FE185-F7F4-656B-DF5B-9BA7812E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D7C5C-A9C5-5F68-589A-5E47123ACB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sz="1700">
                <a:solidFill>
                  <a:srgbClr val="3E4543"/>
                </a:solidFill>
                <a:latin typeface="Arial"/>
              </a:rPr>
              <a:t>Faster provider pay. Cleaner queues. Better customer experience.</a:t>
            </a:r>
            <a:endParaRPr lang="en-US"/>
          </a:p>
          <a:p>
            <a:pPr/>
            <a:r>
              <a:rPr sz="1700">
                <a:solidFill>
                  <a:srgbClr val="3E4543"/>
                </a:solidFill>
                <a:latin typeface="Arial"/>
              </a:rPr>
              <a:t>One company scoreboard. One month. One shared reward.</a:t>
            </a:r>
          </a:p>
          <a:p>
            <a:pPr/>
            <a:r>
              <a:rPr sz="1700">
                <a:solidFill>
                  <a:srgbClr val="3E4543"/>
                </a:solidFill>
                <a:latin typeface="Arial"/>
              </a:rPr>
              <a:t>When we dig out together, everyone feels it in September.</a:t>
            </a:r>
          </a:p>
          <a:p>
            <a:pPr/>
            <a:r>
              <a:rPr sz="1700">
                <a:solidFill>
                  <a:srgbClr val="3E4543"/>
                </a:solidFill>
                <a:latin typeface="Arial"/>
              </a:rPr>
              <a:t>This is camaraderie with a clear finish line. We win as one Vixxo.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4FDD7-2C8A-AC84-51F6-56F84F08E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7270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99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226A2-FACE-C219-C99D-8038DE36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BD07FCD-F347-CB41-FA85-6BF773036ED9}"/>
              </a:ext>
            </a:extLst>
          </p:cNvPr>
          <p:cNvSpPr/>
          <p:nvPr/>
        </p:nvSpPr>
        <p:spPr>
          <a:xfrm rot="2700000">
            <a:off x="11179920" y="2859375"/>
            <a:ext cx="3795164" cy="5443429"/>
          </a:xfrm>
          <a:prstGeom prst="roundRect">
            <a:avLst>
              <a:gd name="adj" fmla="val 10186"/>
            </a:avLst>
          </a:prstGeom>
          <a:solidFill>
            <a:schemeClr val="bg1">
              <a:lumMod val="8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2EF059-EB9E-BBF7-6987-C3CED113323D}"/>
              </a:ext>
            </a:extLst>
          </p:cNvPr>
          <p:cNvSpPr txBox="1"/>
          <p:nvPr/>
        </p:nvSpPr>
        <p:spPr>
          <a:xfrm>
            <a:off x="674198" y="2191003"/>
            <a:ext cx="5113721" cy="1063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800" b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The prize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F48AE8-6B83-8271-B803-E25671167EA5}"/>
              </a:ext>
            </a:extLst>
          </p:cNvPr>
          <p:cNvSpPr txBox="1"/>
          <p:nvPr/>
        </p:nvSpPr>
        <p:spPr>
          <a:xfrm>
            <a:off x="674198" y="3197016"/>
            <a:ext cx="4053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D" sz="1200" spc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we meet the company RBAT goal for the full month of August, every eligible teammate earns an extra work-from-home day every week for the entire month of September.</a:t>
            </a:r>
            <a:r>
              <a:rPr lang="en-ID" sz="1200" spc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endParaRPr lang="en-ID" sz="1200" spc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9964D6-8493-CB1A-F530-CD62DF80322E}"/>
              </a:ext>
            </a:extLst>
          </p:cNvPr>
          <p:cNvSpPr txBox="1"/>
          <p:nvPr/>
        </p:nvSpPr>
        <p:spPr>
          <a:xfrm>
            <a:off x="289410" y="4086571"/>
            <a:ext cx="1831584" cy="8206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+1</a:t>
            </a:r>
            <a:endParaRPr lang="en-ID" sz="3600" b="1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BEC15E-4AA2-22B5-3471-A24B2B19EA54}"/>
              </a:ext>
            </a:extLst>
          </p:cNvPr>
          <p:cNvSpPr txBox="1"/>
          <p:nvPr/>
        </p:nvSpPr>
        <p:spPr>
          <a:xfrm>
            <a:off x="669504" y="4710572"/>
            <a:ext cx="1071396" cy="3351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Extra WFH day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A3D68E-6FBC-CE9D-5F83-9EB3BC2C9377}"/>
              </a:ext>
            </a:extLst>
          </p:cNvPr>
          <p:cNvSpPr txBox="1"/>
          <p:nvPr/>
        </p:nvSpPr>
        <p:spPr>
          <a:xfrm>
            <a:off x="1665027" y="4086571"/>
            <a:ext cx="1831584" cy="8206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Sept</a:t>
            </a:r>
            <a:endParaRPr lang="en-ID" sz="3600" b="1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07FCA7-6FFA-74E6-2E60-E0E088E05B09}"/>
              </a:ext>
            </a:extLst>
          </p:cNvPr>
          <p:cNvSpPr txBox="1"/>
          <p:nvPr/>
        </p:nvSpPr>
        <p:spPr>
          <a:xfrm>
            <a:off x="2045121" y="4710572"/>
            <a:ext cx="1071396" cy="3351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0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Every week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4E2A26-4107-B9AB-11C0-C8BFECA1315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12" y="5581090"/>
            <a:ext cx="2006691" cy="608021"/>
          </a:xfrm>
          <a:prstGeom prst="rect">
            <a:avLst/>
          </a:prstGeom>
        </p:spPr>
      </p:pic>
      <p:sp>
        <p:nvSpPr>
          <p:cNvPr id="4" name="Freihandform: Form 30">
            <a:extLst>
              <a:ext uri="{FF2B5EF4-FFF2-40B4-BE49-F238E27FC236}">
                <a16:creationId xmlns:a16="http://schemas.microsoft.com/office/drawing/2014/main" id="{5EF71504-8599-043F-5B54-D2E12BCA2EDD}"/>
              </a:ext>
            </a:extLst>
          </p:cNvPr>
          <p:cNvSpPr>
            <a:spLocks noChangeAspect="1"/>
          </p:cNvSpPr>
          <p:nvPr/>
        </p:nvSpPr>
        <p:spPr bwMode="gray">
          <a:xfrm>
            <a:off x="3266234" y="12464"/>
            <a:ext cx="6170175" cy="4918466"/>
          </a:xfrm>
          <a:custGeom>
            <a:avLst/>
            <a:gdLst>
              <a:gd name="connsiteX0" fmla="*/ 0 w 4764495"/>
              <a:gd name="connsiteY0" fmla="*/ 0 h 3798443"/>
              <a:gd name="connsiteX1" fmla="*/ 610116 w 4764495"/>
              <a:gd name="connsiteY1" fmla="*/ 0 h 3798443"/>
              <a:gd name="connsiteX2" fmla="*/ 1353406 w 4764495"/>
              <a:gd name="connsiteY2" fmla="*/ 1186851 h 3798443"/>
              <a:gd name="connsiteX3" fmla="*/ 1354455 w 4764495"/>
              <a:gd name="connsiteY3" fmla="*/ 1186851 h 3798443"/>
              <a:gd name="connsiteX4" fmla="*/ 2190710 w 4764495"/>
              <a:gd name="connsiteY4" fmla="*/ 2519403 h 3798443"/>
              <a:gd name="connsiteX5" fmla="*/ 2197006 w 4764495"/>
              <a:gd name="connsiteY5" fmla="*/ 2530945 h 3798443"/>
              <a:gd name="connsiteX6" fmla="*/ 2534865 w 4764495"/>
              <a:gd name="connsiteY6" fmla="*/ 3069212 h 3798443"/>
              <a:gd name="connsiteX7" fmla="*/ 2819213 w 4764495"/>
              <a:gd name="connsiteY7" fmla="*/ 2614885 h 3798443"/>
              <a:gd name="connsiteX8" fmla="*/ 1181952 w 4764495"/>
              <a:gd name="connsiteY8" fmla="*/ 0 h 3798443"/>
              <a:gd name="connsiteX9" fmla="*/ 1792041 w 4764495"/>
              <a:gd name="connsiteY9" fmla="*/ 0 h 3798443"/>
              <a:gd name="connsiteX10" fmla="*/ 1794092 w 4764495"/>
              <a:gd name="connsiteY10" fmla="*/ 3294 h 3798443"/>
              <a:gd name="connsiteX11" fmla="*/ 2505486 w 4764495"/>
              <a:gd name="connsiteY11" fmla="*/ 1139635 h 3798443"/>
              <a:gd name="connsiteX12" fmla="*/ 2535914 w 4764495"/>
              <a:gd name="connsiteY12" fmla="*/ 1187900 h 3798443"/>
              <a:gd name="connsiteX13" fmla="*/ 2726878 w 4764495"/>
              <a:gd name="connsiteY13" fmla="*/ 886765 h 3798443"/>
              <a:gd name="connsiteX14" fmla="*/ 2724780 w 4764495"/>
              <a:gd name="connsiteY14" fmla="*/ 886765 h 3798443"/>
              <a:gd name="connsiteX15" fmla="*/ 3279627 w 4764495"/>
              <a:gd name="connsiteY15" fmla="*/ 0 h 3798443"/>
              <a:gd name="connsiteX16" fmla="*/ 3888819 w 4764495"/>
              <a:gd name="connsiteY16" fmla="*/ 0 h 3798443"/>
              <a:gd name="connsiteX17" fmla="*/ 3361677 w 4764495"/>
              <a:gd name="connsiteY17" fmla="*/ 841647 h 3798443"/>
              <a:gd name="connsiteX18" fmla="*/ 3363775 w 4764495"/>
              <a:gd name="connsiteY18" fmla="*/ 841647 h 3798443"/>
              <a:gd name="connsiteX19" fmla="*/ 2851740 w 4764495"/>
              <a:gd name="connsiteY19" fmla="*/ 1655868 h 3798443"/>
              <a:gd name="connsiteX20" fmla="*/ 2840198 w 4764495"/>
              <a:gd name="connsiteY20" fmla="*/ 1674754 h 3798443"/>
              <a:gd name="connsiteX21" fmla="*/ 3126644 w 4764495"/>
              <a:gd name="connsiteY21" fmla="*/ 2132228 h 3798443"/>
              <a:gd name="connsiteX22" fmla="*/ 4460696 w 4764495"/>
              <a:gd name="connsiteY22" fmla="*/ 0 h 3798443"/>
              <a:gd name="connsiteX23" fmla="*/ 4764495 w 4764495"/>
              <a:gd name="connsiteY23" fmla="*/ 0 h 3798443"/>
              <a:gd name="connsiteX24" fmla="*/ 4764495 w 4764495"/>
              <a:gd name="connsiteY24" fmla="*/ 487332 h 3798443"/>
              <a:gd name="connsiteX25" fmla="*/ 4448703 w 4764495"/>
              <a:gd name="connsiteY25" fmla="*/ 991690 h 3798443"/>
              <a:gd name="connsiteX26" fmla="*/ 3617695 w 4764495"/>
              <a:gd name="connsiteY26" fmla="*/ 2315848 h 3798443"/>
              <a:gd name="connsiteX27" fmla="*/ 2762553 w 4764495"/>
              <a:gd name="connsiteY27" fmla="*/ 3677778 h 3798443"/>
              <a:gd name="connsiteX28" fmla="*/ 2533816 w 4764495"/>
              <a:gd name="connsiteY28" fmla="*/ 3798443 h 3798443"/>
              <a:gd name="connsiteX29" fmla="*/ 2299832 w 4764495"/>
              <a:gd name="connsiteY29" fmla="*/ 3671483 h 3798443"/>
              <a:gd name="connsiteX30" fmla="*/ 1724842 w 4764495"/>
              <a:gd name="connsiteY30" fmla="*/ 2752337 h 3798443"/>
              <a:gd name="connsiteX31" fmla="*/ 570663 w 4764495"/>
              <a:gd name="connsiteY31" fmla="*/ 922439 h 3798443"/>
              <a:gd name="connsiteX32" fmla="*/ 494067 w 4764495"/>
              <a:gd name="connsiteY32" fmla="*/ 797578 h 3798443"/>
              <a:gd name="connsiteX33" fmla="*/ 0 w 4764495"/>
              <a:gd name="connsiteY33" fmla="*/ 0 h 3798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764495" h="3798443">
                <a:moveTo>
                  <a:pt x="0" y="0"/>
                </a:moveTo>
                <a:lnTo>
                  <a:pt x="610116" y="0"/>
                </a:lnTo>
                <a:lnTo>
                  <a:pt x="1353406" y="1186851"/>
                </a:lnTo>
                <a:lnTo>
                  <a:pt x="1354455" y="1186851"/>
                </a:lnTo>
                <a:cubicBezTo>
                  <a:pt x="1632507" y="1630685"/>
                  <a:pt x="1911609" y="2075569"/>
                  <a:pt x="2190710" y="2519403"/>
                </a:cubicBezTo>
                <a:lnTo>
                  <a:pt x="2197006" y="2530945"/>
                </a:lnTo>
                <a:lnTo>
                  <a:pt x="2534865" y="3069212"/>
                </a:lnTo>
                <a:lnTo>
                  <a:pt x="2819213" y="2614885"/>
                </a:lnTo>
                <a:lnTo>
                  <a:pt x="1181952" y="0"/>
                </a:lnTo>
                <a:lnTo>
                  <a:pt x="1792041" y="0"/>
                </a:lnTo>
                <a:lnTo>
                  <a:pt x="1794092" y="3294"/>
                </a:lnTo>
                <a:cubicBezTo>
                  <a:pt x="2031224" y="382074"/>
                  <a:pt x="2268355" y="760854"/>
                  <a:pt x="2505486" y="1139635"/>
                </a:cubicBezTo>
                <a:lnTo>
                  <a:pt x="2535914" y="1187900"/>
                </a:lnTo>
                <a:lnTo>
                  <a:pt x="2726878" y="886765"/>
                </a:lnTo>
                <a:lnTo>
                  <a:pt x="2724780" y="886765"/>
                </a:lnTo>
                <a:lnTo>
                  <a:pt x="3279627" y="0"/>
                </a:lnTo>
                <a:lnTo>
                  <a:pt x="3888819" y="0"/>
                </a:lnTo>
                <a:lnTo>
                  <a:pt x="3361677" y="841647"/>
                </a:lnTo>
                <a:lnTo>
                  <a:pt x="3363775" y="841647"/>
                </a:lnTo>
                <a:cubicBezTo>
                  <a:pt x="3193796" y="1113404"/>
                  <a:pt x="3022768" y="1385160"/>
                  <a:pt x="2851740" y="1655868"/>
                </a:cubicBezTo>
                <a:lnTo>
                  <a:pt x="2840198" y="1674754"/>
                </a:lnTo>
                <a:lnTo>
                  <a:pt x="3126644" y="2132228"/>
                </a:lnTo>
                <a:lnTo>
                  <a:pt x="4460696" y="0"/>
                </a:lnTo>
                <a:lnTo>
                  <a:pt x="4764495" y="0"/>
                </a:lnTo>
                <a:lnTo>
                  <a:pt x="4764495" y="487332"/>
                </a:lnTo>
                <a:lnTo>
                  <a:pt x="4448703" y="991690"/>
                </a:lnTo>
                <a:cubicBezTo>
                  <a:pt x="4171700" y="1433426"/>
                  <a:pt x="3894697" y="1875161"/>
                  <a:pt x="3617695" y="2315848"/>
                </a:cubicBezTo>
                <a:cubicBezTo>
                  <a:pt x="3332297" y="2769125"/>
                  <a:pt x="3046901" y="3223452"/>
                  <a:pt x="2762553" y="3677778"/>
                </a:cubicBezTo>
                <a:cubicBezTo>
                  <a:pt x="2688056" y="3755423"/>
                  <a:pt x="2609362" y="3798443"/>
                  <a:pt x="2533816" y="3798443"/>
                </a:cubicBezTo>
                <a:cubicBezTo>
                  <a:pt x="2458270" y="3798443"/>
                  <a:pt x="2379576" y="3755423"/>
                  <a:pt x="2299832" y="3671483"/>
                </a:cubicBezTo>
                <a:lnTo>
                  <a:pt x="1724842" y="2752337"/>
                </a:lnTo>
                <a:lnTo>
                  <a:pt x="570663" y="922439"/>
                </a:lnTo>
                <a:cubicBezTo>
                  <a:pt x="545481" y="880469"/>
                  <a:pt x="519249" y="839548"/>
                  <a:pt x="494067" y="797578"/>
                </a:cubicBezTo>
                <a:lnTo>
                  <a:pt x="0" y="0"/>
                </a:lnTo>
                <a:close/>
              </a:path>
            </a:pathLst>
          </a:custGeom>
          <a:solidFill>
            <a:srgbClr val="3E4543">
              <a:alpha val="14118"/>
            </a:srgbClr>
          </a:solidFill>
          <a:ln w="104775" cap="flat">
            <a:noFill/>
            <a:prstDash val="solid"/>
            <a:miter/>
          </a:ln>
        </p:spPr>
        <p:txBody>
          <a:bodyPr rtlCol="0" anchor="ctr"/>
          <a:lstStyle/>
          <a:p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DD9DE5-572F-3415-2732-CE631B2DF3BC}"/>
              </a:ext>
            </a:extLst>
          </p:cNvPr>
          <p:cNvSpPr/>
          <p:nvPr/>
        </p:nvSpPr>
        <p:spPr>
          <a:xfrm>
            <a:off x="786338" y="1636010"/>
            <a:ext cx="3769334" cy="4572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241300" dist="152400" dir="2700000" sx="98000" sy="98000" algn="tl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800" b="1"/>
              <a:t>Hit August. Enjoy September.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BC17B201-597C-CBDC-C15C-7F88EE8C784A}"/>
              </a:ext>
            </a:extLst>
          </p:cNvPr>
          <p:cNvSpPr txBox="1">
            <a:spLocks/>
          </p:cNvSpPr>
          <p:nvPr/>
        </p:nvSpPr>
        <p:spPr>
          <a:xfrm>
            <a:off x="11454063" y="6388936"/>
            <a:ext cx="737937" cy="245196"/>
          </a:xfrm>
          <a:custGeom>
            <a:avLst/>
            <a:gdLst>
              <a:gd name="connsiteX0" fmla="*/ 2523466 w 10683031"/>
              <a:gd name="connsiteY0" fmla="*/ 5608316 h 10655242"/>
              <a:gd name="connsiteX1" fmla="*/ 2796815 w 10683031"/>
              <a:gd name="connsiteY1" fmla="*/ 5721541 h 10655242"/>
              <a:gd name="connsiteX2" fmla="*/ 4933701 w 10683031"/>
              <a:gd name="connsiteY2" fmla="*/ 7858427 h 10655242"/>
              <a:gd name="connsiteX3" fmla="*/ 4933701 w 10683031"/>
              <a:gd name="connsiteY3" fmla="*/ 8405127 h 10655242"/>
              <a:gd name="connsiteX4" fmla="*/ 2796810 w 10683031"/>
              <a:gd name="connsiteY4" fmla="*/ 10542018 h 10655242"/>
              <a:gd name="connsiteX5" fmla="*/ 2250111 w 10683031"/>
              <a:gd name="connsiteY5" fmla="*/ 10542018 h 10655242"/>
              <a:gd name="connsiteX6" fmla="*/ 113225 w 10683031"/>
              <a:gd name="connsiteY6" fmla="*/ 8405131 h 10655242"/>
              <a:gd name="connsiteX7" fmla="*/ 113225 w 10683031"/>
              <a:gd name="connsiteY7" fmla="*/ 7858432 h 10655242"/>
              <a:gd name="connsiteX8" fmla="*/ 2250115 w 10683031"/>
              <a:gd name="connsiteY8" fmla="*/ 5721541 h 10655242"/>
              <a:gd name="connsiteX9" fmla="*/ 2523466 w 10683031"/>
              <a:gd name="connsiteY9" fmla="*/ 5608316 h 10655242"/>
              <a:gd name="connsiteX10" fmla="*/ 5341517 w 10683031"/>
              <a:gd name="connsiteY10" fmla="*/ 2804158 h 10655242"/>
              <a:gd name="connsiteX11" fmla="*/ 5614867 w 10683031"/>
              <a:gd name="connsiteY11" fmla="*/ 2917383 h 10655242"/>
              <a:gd name="connsiteX12" fmla="*/ 7751754 w 10683031"/>
              <a:gd name="connsiteY12" fmla="*/ 5054270 h 10655242"/>
              <a:gd name="connsiteX13" fmla="*/ 7751754 w 10683031"/>
              <a:gd name="connsiteY13" fmla="*/ 5600969 h 10655242"/>
              <a:gd name="connsiteX14" fmla="*/ 5614863 w 10683031"/>
              <a:gd name="connsiteY14" fmla="*/ 7737860 h 10655242"/>
              <a:gd name="connsiteX15" fmla="*/ 5068163 w 10683031"/>
              <a:gd name="connsiteY15" fmla="*/ 7737859 h 10655242"/>
              <a:gd name="connsiteX16" fmla="*/ 2931277 w 10683031"/>
              <a:gd name="connsiteY16" fmla="*/ 5600973 h 10655242"/>
              <a:gd name="connsiteX17" fmla="*/ 2931277 w 10683031"/>
              <a:gd name="connsiteY17" fmla="*/ 5054274 h 10655242"/>
              <a:gd name="connsiteX18" fmla="*/ 5068168 w 10683031"/>
              <a:gd name="connsiteY18" fmla="*/ 2917383 h 10655242"/>
              <a:gd name="connsiteX19" fmla="*/ 5341517 w 10683031"/>
              <a:gd name="connsiteY19" fmla="*/ 2804158 h 10655242"/>
              <a:gd name="connsiteX20" fmla="*/ 8159570 w 10683031"/>
              <a:gd name="connsiteY20" fmla="*/ 0 h 10655242"/>
              <a:gd name="connsiteX21" fmla="*/ 8432920 w 10683031"/>
              <a:gd name="connsiteY21" fmla="*/ 113224 h 10655242"/>
              <a:gd name="connsiteX22" fmla="*/ 10569807 w 10683031"/>
              <a:gd name="connsiteY22" fmla="*/ 2250111 h 10655242"/>
              <a:gd name="connsiteX23" fmla="*/ 10569806 w 10683031"/>
              <a:gd name="connsiteY23" fmla="*/ 2796810 h 10655242"/>
              <a:gd name="connsiteX24" fmla="*/ 8432916 w 10683031"/>
              <a:gd name="connsiteY24" fmla="*/ 4933701 h 10655242"/>
              <a:gd name="connsiteX25" fmla="*/ 7886216 w 10683031"/>
              <a:gd name="connsiteY25" fmla="*/ 4933701 h 10655242"/>
              <a:gd name="connsiteX26" fmla="*/ 5749329 w 10683031"/>
              <a:gd name="connsiteY26" fmla="*/ 2796814 h 10655242"/>
              <a:gd name="connsiteX27" fmla="*/ 5749329 w 10683031"/>
              <a:gd name="connsiteY27" fmla="*/ 2250114 h 10655242"/>
              <a:gd name="connsiteX28" fmla="*/ 7886220 w 10683031"/>
              <a:gd name="connsiteY28" fmla="*/ 113224 h 10655242"/>
              <a:gd name="connsiteX29" fmla="*/ 8159570 w 10683031"/>
              <a:gd name="connsiteY29" fmla="*/ 0 h 1065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683031" h="10655242">
                <a:moveTo>
                  <a:pt x="2523466" y="5608316"/>
                </a:moveTo>
                <a:cubicBezTo>
                  <a:pt x="2622398" y="5608316"/>
                  <a:pt x="2721332" y="5646058"/>
                  <a:pt x="2796815" y="5721541"/>
                </a:cubicBezTo>
                <a:lnTo>
                  <a:pt x="4933701" y="7858427"/>
                </a:lnTo>
                <a:cubicBezTo>
                  <a:pt x="5084668" y="8009394"/>
                  <a:pt x="5084668" y="8254160"/>
                  <a:pt x="4933701" y="8405127"/>
                </a:cubicBezTo>
                <a:lnTo>
                  <a:pt x="2796810" y="10542018"/>
                </a:lnTo>
                <a:cubicBezTo>
                  <a:pt x="2645844" y="10692984"/>
                  <a:pt x="2401077" y="10692984"/>
                  <a:pt x="2250111" y="10542018"/>
                </a:cubicBezTo>
                <a:lnTo>
                  <a:pt x="113225" y="8405131"/>
                </a:lnTo>
                <a:cubicBezTo>
                  <a:pt x="-37742" y="8254165"/>
                  <a:pt x="-37742" y="8009398"/>
                  <a:pt x="113225" y="7858432"/>
                </a:cubicBezTo>
                <a:lnTo>
                  <a:pt x="2250115" y="5721541"/>
                </a:lnTo>
                <a:cubicBezTo>
                  <a:pt x="2325599" y="5646057"/>
                  <a:pt x="2424531" y="5608316"/>
                  <a:pt x="2523466" y="5608316"/>
                </a:cubicBezTo>
                <a:close/>
                <a:moveTo>
                  <a:pt x="5341517" y="2804158"/>
                </a:moveTo>
                <a:cubicBezTo>
                  <a:pt x="5440450" y="2804158"/>
                  <a:pt x="5539383" y="2841900"/>
                  <a:pt x="5614867" y="2917383"/>
                </a:cubicBezTo>
                <a:lnTo>
                  <a:pt x="7751754" y="5054270"/>
                </a:lnTo>
                <a:cubicBezTo>
                  <a:pt x="7902721" y="5205236"/>
                  <a:pt x="7902720" y="5450002"/>
                  <a:pt x="7751754" y="5600969"/>
                </a:cubicBezTo>
                <a:lnTo>
                  <a:pt x="5614863" y="7737860"/>
                </a:lnTo>
                <a:cubicBezTo>
                  <a:pt x="5463896" y="7888826"/>
                  <a:pt x="5219130" y="7888826"/>
                  <a:pt x="5068163" y="7737859"/>
                </a:cubicBezTo>
                <a:lnTo>
                  <a:pt x="2931277" y="5600973"/>
                </a:lnTo>
                <a:cubicBezTo>
                  <a:pt x="2780310" y="5450007"/>
                  <a:pt x="2780309" y="5205241"/>
                  <a:pt x="2931277" y="5054274"/>
                </a:cubicBezTo>
                <a:lnTo>
                  <a:pt x="5068168" y="2917383"/>
                </a:lnTo>
                <a:cubicBezTo>
                  <a:pt x="5143651" y="2841900"/>
                  <a:pt x="5242584" y="2804158"/>
                  <a:pt x="5341517" y="2804158"/>
                </a:cubicBezTo>
                <a:close/>
                <a:moveTo>
                  <a:pt x="8159570" y="0"/>
                </a:moveTo>
                <a:cubicBezTo>
                  <a:pt x="8258504" y="-1"/>
                  <a:pt x="8357436" y="37741"/>
                  <a:pt x="8432920" y="113224"/>
                </a:cubicBezTo>
                <a:lnTo>
                  <a:pt x="10569807" y="2250111"/>
                </a:lnTo>
                <a:cubicBezTo>
                  <a:pt x="10720773" y="2401077"/>
                  <a:pt x="10720773" y="2645843"/>
                  <a:pt x="10569806" y="2796810"/>
                </a:cubicBezTo>
                <a:lnTo>
                  <a:pt x="8432916" y="4933701"/>
                </a:lnTo>
                <a:cubicBezTo>
                  <a:pt x="8281949" y="5084667"/>
                  <a:pt x="8037183" y="5084667"/>
                  <a:pt x="7886216" y="4933701"/>
                </a:cubicBezTo>
                <a:lnTo>
                  <a:pt x="5749329" y="2796814"/>
                </a:lnTo>
                <a:cubicBezTo>
                  <a:pt x="5598363" y="2645848"/>
                  <a:pt x="5598363" y="2401081"/>
                  <a:pt x="5749329" y="2250114"/>
                </a:cubicBezTo>
                <a:lnTo>
                  <a:pt x="7886220" y="113224"/>
                </a:lnTo>
                <a:cubicBezTo>
                  <a:pt x="7961704" y="37740"/>
                  <a:pt x="8060637" y="-1"/>
                  <a:pt x="815957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marR="0" indent="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all" spc="125" baseline="0">
                <a:solidFill>
                  <a:srgbClr val="454546"/>
                </a:solidFill>
                <a:uFillTx/>
                <a:latin typeface="+mn-lt"/>
                <a:ea typeface="+mn-ea"/>
                <a:cs typeface="+mn-cs"/>
                <a:sym typeface="Montserrat Bold"/>
              </a:defRPr>
            </a:lvl1pPr>
            <a:lvl2pPr marL="0" marR="0" indent="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all" spc="125" baseline="0">
                <a:solidFill>
                  <a:srgbClr val="454546"/>
                </a:solidFill>
                <a:uFillTx/>
                <a:latin typeface="+mn-lt"/>
                <a:ea typeface="+mn-ea"/>
                <a:cs typeface="+mn-cs"/>
                <a:sym typeface="Montserrat Bold"/>
              </a:defRPr>
            </a:lvl2pPr>
            <a:lvl3pPr marL="0" marR="0" indent="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all" spc="125" baseline="0">
                <a:solidFill>
                  <a:srgbClr val="454546"/>
                </a:solidFill>
                <a:uFillTx/>
                <a:latin typeface="+mn-lt"/>
                <a:ea typeface="+mn-ea"/>
                <a:cs typeface="+mn-cs"/>
                <a:sym typeface="Montserrat Bold"/>
              </a:defRPr>
            </a:lvl3pPr>
            <a:lvl4pPr marL="0" marR="0" indent="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all" spc="125" baseline="0">
                <a:solidFill>
                  <a:srgbClr val="454546"/>
                </a:solidFill>
                <a:uFillTx/>
                <a:latin typeface="+mn-lt"/>
                <a:ea typeface="+mn-ea"/>
                <a:cs typeface="+mn-cs"/>
                <a:sym typeface="Montserrat Bold"/>
              </a:defRPr>
            </a:lvl4pPr>
            <a:lvl5pPr marL="0" marR="0" indent="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all" spc="125" baseline="0">
                <a:solidFill>
                  <a:srgbClr val="454546"/>
                </a:solidFill>
                <a:uFillTx/>
                <a:latin typeface="+mn-lt"/>
                <a:ea typeface="+mn-ea"/>
                <a:cs typeface="+mn-cs"/>
                <a:sym typeface="Montserrat Bold"/>
              </a:defRPr>
            </a:lvl5pPr>
            <a:lvl6pPr marL="0" marR="0" indent="3556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all" spc="125" baseline="0">
                <a:solidFill>
                  <a:srgbClr val="454546"/>
                </a:solidFill>
                <a:uFillTx/>
                <a:latin typeface="+mn-lt"/>
                <a:ea typeface="+mn-ea"/>
                <a:cs typeface="+mn-cs"/>
                <a:sym typeface="Montserrat Bold"/>
              </a:defRPr>
            </a:lvl6pPr>
            <a:lvl7pPr marL="0" marR="0" indent="7112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all" spc="125" baseline="0">
                <a:solidFill>
                  <a:srgbClr val="454546"/>
                </a:solidFill>
                <a:uFillTx/>
                <a:latin typeface="+mn-lt"/>
                <a:ea typeface="+mn-ea"/>
                <a:cs typeface="+mn-cs"/>
                <a:sym typeface="Montserrat Bold"/>
              </a:defRPr>
            </a:lvl7pPr>
            <a:lvl8pPr marL="0" marR="0" indent="10668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all" spc="125" baseline="0">
                <a:solidFill>
                  <a:srgbClr val="454546"/>
                </a:solidFill>
                <a:uFillTx/>
                <a:latin typeface="+mn-lt"/>
                <a:ea typeface="+mn-ea"/>
                <a:cs typeface="+mn-cs"/>
                <a:sym typeface="Montserrat Bold"/>
              </a:defRPr>
            </a:lvl8pPr>
            <a:lvl9pPr marL="0" marR="0" indent="1422400" algn="l" defTabSz="8255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 b="0" i="0" u="none" strike="noStrike" cap="all" spc="125" baseline="0">
                <a:solidFill>
                  <a:srgbClr val="454546"/>
                </a:solidFill>
                <a:uFillTx/>
                <a:latin typeface="+mn-lt"/>
                <a:ea typeface="+mn-ea"/>
                <a:cs typeface="+mn-cs"/>
                <a:sym typeface="Montserrat Bold"/>
              </a:defRPr>
            </a:lvl9pPr>
          </a:lstStyle>
          <a:p>
            <a:pPr algn="ctr" hangingPunct="1"/>
            <a:fld id="{86CB4B4D-7CA3-9044-876B-883B54F8677D}" type="slidenum">
              <a:rPr lang="en-US" sz="1400">
                <a:solidFill>
                  <a:schemeClr val="bg1"/>
                </a:solidFill>
              </a:rPr>
              <a:pPr algn="ctr" hangingPunct="1"/>
              <a:t>22</a:t>
            </a:fld>
            <a:endParaRPr lang="en-US" sz="1400">
              <a:solidFill>
                <a:schemeClr val="bg1"/>
              </a:solidFill>
            </a:endParaRPr>
          </a:p>
        </p:txBody>
      </p:sp>
      <p:pic>
        <p:nvPicPr>
          <p:cNvPr id="6" name="Picture Placeholder 5" descr="A group of people standing around a table&#10;&#10;AI-generated content may be incorrect.">
            <a:extLst>
              <a:ext uri="{FF2B5EF4-FFF2-40B4-BE49-F238E27FC236}">
                <a16:creationId xmlns:a16="http://schemas.microsoft.com/office/drawing/2014/main" id="{5349240F-D633-F71D-016A-DC86594DCE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577"/>
          <a:stretch>
            <a:fillRect/>
          </a:stretch>
        </p:blipFill>
        <p:spPr>
          <a:xfrm>
            <a:off x="2746736" y="-1560766"/>
            <a:ext cx="10979914" cy="10942229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C8A4FE-3542-4F65-CAA5-C391D5E70F85}"/>
              </a:ext>
            </a:extLst>
          </p:cNvPr>
          <p:cNvSpPr txBox="1"/>
          <p:nvPr/>
        </p:nvSpPr>
        <p:spPr>
          <a:xfrm>
            <a:off x="4470400" y="6534078"/>
            <a:ext cx="3251200" cy="21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85000"/>
                  </a:schemeClr>
                </a:solidFill>
                <a:latin typeface="+mj-lt"/>
              </a:rPr>
              <a:t>Vixxo Facility Solutions |  Confidential and Proprietary |  All Rights Reserved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469CB5-9CE8-526C-6B9F-0489E40F30DD}"/>
              </a:ext>
            </a:extLst>
          </p:cNvPr>
          <p:cNvSpPr txBox="1"/>
          <p:nvPr/>
        </p:nvSpPr>
        <p:spPr>
          <a:xfrm>
            <a:off x="-6266790" y="2079765"/>
            <a:ext cx="5965642" cy="32829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r>
              <a:rPr lang="en-US" sz="2000" b="1" u="sng">
                <a:solidFill>
                  <a:srgbClr val="FF0000"/>
                </a:solidFill>
                <a:latin typeface="+mj-lt"/>
              </a:rPr>
              <a:t>Instructions to Change Picture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Click the picture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Hit the Delete key on your keyboard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Click the picture icon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Select the picture you would like to insert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To move the positioning of your picture, double click the picture and click Crop</a:t>
            </a:r>
          </a:p>
        </p:txBody>
      </p:sp>
    </p:spTree>
    <p:extLst>
      <p:ext uri="{BB962C8B-B14F-4D97-AF65-F5344CB8AC3E}">
        <p14:creationId xmlns:p14="http://schemas.microsoft.com/office/powerpoint/2010/main" val="2775163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ECCED-A45B-1004-521C-E9375FEE0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group of people talking&#10;&#10;AI-generated content may be incorrect.">
            <a:extLst>
              <a:ext uri="{FF2B5EF4-FFF2-40B4-BE49-F238E27FC236}">
                <a16:creationId xmlns:a16="http://schemas.microsoft.com/office/drawing/2014/main" id="{E1F84199-36EB-C2EF-A963-FEC600A37DE9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146"/>
          <a:stretch>
            <a:fillRect/>
          </a:stretch>
        </p:blipFill>
        <p:spPr>
          <a:xfrm>
            <a:off x="-36513" y="0"/>
            <a:ext cx="12228513" cy="6858000"/>
          </a:xfr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609C8FA-D060-7AD3-CAC6-01DA0E0B14F5}"/>
              </a:ext>
            </a:extLst>
          </p:cNvPr>
          <p:cNvSpPr>
            <a:spLocks noChangeAspect="1"/>
          </p:cNvSpPr>
          <p:nvPr/>
        </p:nvSpPr>
        <p:spPr>
          <a:xfrm>
            <a:off x="36833" y="-10490"/>
            <a:ext cx="8137128" cy="6868490"/>
          </a:xfrm>
          <a:custGeom>
            <a:avLst/>
            <a:gdLst>
              <a:gd name="connsiteX0" fmla="*/ 32978 w 16274256"/>
              <a:gd name="connsiteY0" fmla="*/ 0 h 13674042"/>
              <a:gd name="connsiteX1" fmla="*/ 16274256 w 16274256"/>
              <a:gd name="connsiteY1" fmla="*/ 0 h 13674042"/>
              <a:gd name="connsiteX2" fmla="*/ 16080142 w 16274256"/>
              <a:gd name="connsiteY2" fmla="*/ 373771 h 13674042"/>
              <a:gd name="connsiteX3" fmla="*/ 9520543 w 16274256"/>
              <a:gd name="connsiteY3" fmla="*/ 12929307 h 13674042"/>
              <a:gd name="connsiteX4" fmla="*/ 9128157 w 16274256"/>
              <a:gd name="connsiteY4" fmla="*/ 13674042 h 13674042"/>
              <a:gd name="connsiteX5" fmla="*/ 0 w 16274256"/>
              <a:gd name="connsiteY5" fmla="*/ 13674042 h 13674042"/>
              <a:gd name="connsiteX6" fmla="*/ 2441 w 16274256"/>
              <a:gd name="connsiteY6" fmla="*/ 11526925 h 13674042"/>
              <a:gd name="connsiteX7" fmla="*/ 28490 w 16274256"/>
              <a:gd name="connsiteY7" fmla="*/ 3108081 h 1367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274256" h="13674042">
                <a:moveTo>
                  <a:pt x="32978" y="0"/>
                </a:moveTo>
                <a:lnTo>
                  <a:pt x="16274256" y="0"/>
                </a:lnTo>
                <a:lnTo>
                  <a:pt x="16080142" y="373771"/>
                </a:lnTo>
                <a:cubicBezTo>
                  <a:pt x="13987451" y="4401964"/>
                  <a:pt x="11698488" y="8792702"/>
                  <a:pt x="9520543" y="12929307"/>
                </a:cubicBezTo>
                <a:lnTo>
                  <a:pt x="9128157" y="13674042"/>
                </a:lnTo>
                <a:lnTo>
                  <a:pt x="0" y="13674042"/>
                </a:lnTo>
                <a:lnTo>
                  <a:pt x="2441" y="11526925"/>
                </a:lnTo>
                <a:cubicBezTo>
                  <a:pt x="8382" y="8717111"/>
                  <a:pt x="21178" y="5916129"/>
                  <a:pt x="28490" y="3108081"/>
                </a:cubicBezTo>
                <a:close/>
              </a:path>
            </a:pathLst>
          </a:custGeom>
          <a:solidFill>
            <a:schemeClr val="tx2">
              <a:alpha val="60000"/>
            </a:schemeClr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lang="en-US" sz="450">
              <a:latin typeface="Arial" panose="020B0604020202020204" pitchFamily="34" charset="0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FB00F17-2B3E-BF64-99A5-CE3AE55E8C99}"/>
              </a:ext>
            </a:extLst>
          </p:cNvPr>
          <p:cNvSpPr>
            <a:spLocks noChangeAspect="1"/>
          </p:cNvSpPr>
          <p:nvPr/>
        </p:nvSpPr>
        <p:spPr>
          <a:xfrm>
            <a:off x="1" y="1"/>
            <a:ext cx="7666755" cy="6857999"/>
          </a:xfrm>
          <a:custGeom>
            <a:avLst/>
            <a:gdLst>
              <a:gd name="connsiteX0" fmla="*/ 0 w 15333509"/>
              <a:gd name="connsiteY0" fmla="*/ 0 h 13715997"/>
              <a:gd name="connsiteX1" fmla="*/ 15333509 w 15333509"/>
              <a:gd name="connsiteY1" fmla="*/ 0 h 13715997"/>
              <a:gd name="connsiteX2" fmla="*/ 15117605 w 15333509"/>
              <a:gd name="connsiteY2" fmla="*/ 415728 h 13715997"/>
              <a:gd name="connsiteX3" fmla="*/ 8558006 w 15333509"/>
              <a:gd name="connsiteY3" fmla="*/ 12971264 h 13715997"/>
              <a:gd name="connsiteX4" fmla="*/ 8165621 w 15333509"/>
              <a:gd name="connsiteY4" fmla="*/ 13715997 h 13715997"/>
              <a:gd name="connsiteX5" fmla="*/ 0 w 15333509"/>
              <a:gd name="connsiteY5" fmla="*/ 13715997 h 13715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33509" h="13715997">
                <a:moveTo>
                  <a:pt x="0" y="0"/>
                </a:moveTo>
                <a:lnTo>
                  <a:pt x="15333509" y="0"/>
                </a:lnTo>
                <a:lnTo>
                  <a:pt x="15117605" y="415728"/>
                </a:lnTo>
                <a:cubicBezTo>
                  <a:pt x="13024914" y="4443921"/>
                  <a:pt x="10735952" y="8834659"/>
                  <a:pt x="8558006" y="12971264"/>
                </a:cubicBezTo>
                <a:lnTo>
                  <a:pt x="8165621" y="13715997"/>
                </a:lnTo>
                <a:lnTo>
                  <a:pt x="0" y="1371599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lang="en-US" sz="450">
              <a:latin typeface="Arial" panose="020B0604020202020204" pitchFamily="34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74D48F6-495F-138C-A3D6-15D3533AF40D}"/>
              </a:ext>
            </a:extLst>
          </p:cNvPr>
          <p:cNvSpPr>
            <a:spLocks noChangeAspect="1"/>
          </p:cNvSpPr>
          <p:nvPr/>
        </p:nvSpPr>
        <p:spPr>
          <a:xfrm rot="10800000">
            <a:off x="10744271" y="4086198"/>
            <a:ext cx="1447729" cy="2771802"/>
          </a:xfrm>
          <a:custGeom>
            <a:avLst/>
            <a:gdLst>
              <a:gd name="connsiteX0" fmla="*/ 0 w 2895458"/>
              <a:gd name="connsiteY0" fmla="*/ 5543604 h 5543604"/>
              <a:gd name="connsiteX1" fmla="*/ 0 w 2895458"/>
              <a:gd name="connsiteY1" fmla="*/ 4231791 h 5543604"/>
              <a:gd name="connsiteX2" fmla="*/ 944300 w 2895458"/>
              <a:gd name="connsiteY2" fmla="*/ 2425404 h 5543604"/>
              <a:gd name="connsiteX3" fmla="*/ 2052758 w 2895458"/>
              <a:gd name="connsiteY3" fmla="*/ 298768 h 5543604"/>
              <a:gd name="connsiteX4" fmla="*/ 2208202 w 2895458"/>
              <a:gd name="connsiteY4" fmla="*/ 0 h 5543604"/>
              <a:gd name="connsiteX5" fmla="*/ 2895458 w 2895458"/>
              <a:gd name="connsiteY5" fmla="*/ 0 h 5543604"/>
              <a:gd name="connsiteX6" fmla="*/ 2703418 w 2895458"/>
              <a:gd name="connsiteY6" fmla="*/ 369353 h 5543604"/>
              <a:gd name="connsiteX7" fmla="*/ 204680 w 2895458"/>
              <a:gd name="connsiteY7" fmla="*/ 5153840 h 554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95458" h="5543604">
                <a:moveTo>
                  <a:pt x="0" y="5543604"/>
                </a:moveTo>
                <a:lnTo>
                  <a:pt x="0" y="4231791"/>
                </a:lnTo>
                <a:lnTo>
                  <a:pt x="944300" y="2425404"/>
                </a:lnTo>
                <a:cubicBezTo>
                  <a:pt x="1316808" y="1711696"/>
                  <a:pt x="1687234" y="1000931"/>
                  <a:pt x="2052758" y="298768"/>
                </a:cubicBezTo>
                <a:lnTo>
                  <a:pt x="2208202" y="0"/>
                </a:lnTo>
                <a:lnTo>
                  <a:pt x="2895458" y="0"/>
                </a:lnTo>
                <a:lnTo>
                  <a:pt x="2703418" y="369353"/>
                </a:lnTo>
                <a:cubicBezTo>
                  <a:pt x="1887146" y="1937896"/>
                  <a:pt x="1040292" y="3560704"/>
                  <a:pt x="204680" y="5153840"/>
                </a:cubicBezTo>
                <a:close/>
              </a:path>
            </a:pathLst>
          </a:custGeom>
          <a:solidFill>
            <a:schemeClr val="bg2">
              <a:alpha val="8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endParaRPr lang="en-US" sz="450">
              <a:latin typeface="Arial" panose="020B0604020202020204" pitchFamily="34" charset="0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539B8A2-94D4-3829-60C7-252528DCBFC0}"/>
              </a:ext>
            </a:extLst>
          </p:cNvPr>
          <p:cNvSpPr>
            <a:spLocks noChangeAspect="1"/>
          </p:cNvSpPr>
          <p:nvPr/>
        </p:nvSpPr>
        <p:spPr>
          <a:xfrm rot="10800000">
            <a:off x="11325700" y="5184672"/>
            <a:ext cx="866300" cy="1673329"/>
          </a:xfrm>
          <a:custGeom>
            <a:avLst/>
            <a:gdLst>
              <a:gd name="connsiteX0" fmla="*/ 0 w 1732600"/>
              <a:gd name="connsiteY0" fmla="*/ 3346657 h 3346657"/>
              <a:gd name="connsiteX1" fmla="*/ 0 w 1732600"/>
              <a:gd name="connsiteY1" fmla="*/ 2495675 h 3346657"/>
              <a:gd name="connsiteX2" fmla="*/ 448186 w 1732600"/>
              <a:gd name="connsiteY2" fmla="*/ 1631279 h 3346657"/>
              <a:gd name="connsiteX3" fmla="*/ 1246088 w 1732600"/>
              <a:gd name="connsiteY3" fmla="*/ 87458 h 3346657"/>
              <a:gd name="connsiteX4" fmla="*/ 1291194 w 1732600"/>
              <a:gd name="connsiteY4" fmla="*/ 0 h 3346657"/>
              <a:gd name="connsiteX5" fmla="*/ 1732600 w 1732600"/>
              <a:gd name="connsiteY5" fmla="*/ 0 h 3346657"/>
              <a:gd name="connsiteX6" fmla="*/ 1488582 w 1732600"/>
              <a:gd name="connsiteY6" fmla="*/ 473082 h 3346657"/>
              <a:gd name="connsiteX7" fmla="*/ 690638 w 1732600"/>
              <a:gd name="connsiteY7" fmla="*/ 2016226 h 3346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2600" h="3346657">
                <a:moveTo>
                  <a:pt x="0" y="3346657"/>
                </a:moveTo>
                <a:lnTo>
                  <a:pt x="0" y="2495675"/>
                </a:lnTo>
                <a:lnTo>
                  <a:pt x="448186" y="1631279"/>
                </a:lnTo>
                <a:cubicBezTo>
                  <a:pt x="716992" y="1111940"/>
                  <a:pt x="983820" y="595593"/>
                  <a:pt x="1246088" y="87458"/>
                </a:cubicBezTo>
                <a:lnTo>
                  <a:pt x="1291194" y="0"/>
                </a:lnTo>
                <a:lnTo>
                  <a:pt x="1732600" y="0"/>
                </a:lnTo>
                <a:lnTo>
                  <a:pt x="1488582" y="473082"/>
                </a:lnTo>
                <a:cubicBezTo>
                  <a:pt x="1226392" y="980943"/>
                  <a:pt x="959292" y="1497589"/>
                  <a:pt x="690638" y="2016226"/>
                </a:cubicBezTo>
                <a:close/>
              </a:path>
            </a:pathLst>
          </a:custGeom>
          <a:solidFill>
            <a:schemeClr val="tx2">
              <a:alpha val="8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endParaRPr lang="en-US" sz="450"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E15E33-90A7-A3EF-83DC-D2C74AFCB0BF}"/>
              </a:ext>
            </a:extLst>
          </p:cNvPr>
          <p:cNvSpPr txBox="1"/>
          <p:nvPr/>
        </p:nvSpPr>
        <p:spPr>
          <a:xfrm>
            <a:off x="545740" y="1217851"/>
            <a:ext cx="5043055" cy="9361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750" b="1">
                <a:solidFill>
                  <a:schemeClr val="bg1"/>
                </a:solidFill>
                <a:latin typeface="+mj-lt"/>
              </a:rPr>
              <a:t>Let’s earn September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5C36FBE-04D0-9FF2-6939-A5C5F0DDA66B}"/>
              </a:ext>
            </a:extLst>
          </p:cNvPr>
          <p:cNvCxnSpPr/>
          <p:nvPr/>
        </p:nvCxnSpPr>
        <p:spPr>
          <a:xfrm>
            <a:off x="545740" y="2326576"/>
            <a:ext cx="4400333" cy="0"/>
          </a:xfrm>
          <a:prstGeom prst="line">
            <a:avLst/>
          </a:prstGeom>
          <a:noFill/>
          <a:ln w="25400" cap="flat">
            <a:solidFill>
              <a:schemeClr val="bg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34" name="Picture 3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371FB07B-E0A9-AE27-0A78-3B9871021CE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27" y="4805243"/>
            <a:ext cx="2504505" cy="75885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1BBEE53-4994-B1CB-A476-288E71F59D25}"/>
              </a:ext>
            </a:extLst>
          </p:cNvPr>
          <p:cNvSpPr txBox="1"/>
          <p:nvPr/>
        </p:nvSpPr>
        <p:spPr>
          <a:xfrm>
            <a:off x="545740" y="2587949"/>
            <a:ext cx="4400333" cy="17440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>
                <a:solidFill>
                  <a:schemeClr val="bg1"/>
                </a:solidFill>
                <a:latin typeface="+mj-lt"/>
              </a:rPr>
              <a:t>Hit the August goal.</a:t>
            </a:r>
          </a:p>
          <a:p>
            <a:pPr>
              <a:lnSpc>
                <a:spcPct val="100000"/>
              </a:lnSpc>
            </a:pPr>
            <a:r>
              <a:rPr lang="en-US" sz="2200" b="1">
                <a:solidFill>
                  <a:schemeClr val="bg1"/>
                </a:solidFill>
                <a:latin typeface="+mj-lt"/>
              </a:rPr>
              <a:t>Earn an extra WFH day</a:t>
            </a:r>
          </a:p>
          <a:p>
            <a:pPr>
              <a:lnSpc>
                <a:spcPct val="100000"/>
              </a:lnSpc>
            </a:pPr>
            <a:r>
              <a:rPr lang="en-US" sz="2200">
                <a:solidFill>
                  <a:schemeClr val="bg1"/>
                </a:solidFill>
                <a:latin typeface="+mj-lt"/>
              </a:rPr>
              <a:t>every week in September.</a:t>
            </a:r>
          </a:p>
          <a:p>
            <a:pPr>
              <a:lnSpc>
                <a:spcPct val="100000"/>
              </a:lnSpc>
            </a:pPr>
            <a:r>
              <a:rPr lang="en-US" sz="2200">
                <a:solidFill>
                  <a:schemeClr val="bg1"/>
                </a:solidFill>
                <a:latin typeface="+mj-lt"/>
              </a:rPr>
              <a:t/>
            </a:r>
          </a:p>
          <a:p>
            <a:pPr>
              <a:lnSpc>
                <a:spcPct val="100000"/>
              </a:lnSpc>
            </a:pPr>
            <a:r>
              <a:rPr lang="en-US" sz="2200">
                <a:solidFill>
                  <a:schemeClr val="bg1"/>
                </a:solidFill>
                <a:latin typeface="+mj-lt"/>
              </a:rPr>
              <a:t>One team. One scoreboard.</a:t>
            </a:r>
          </a:p>
          <a:p>
            <a:r>
              <a:t>Win together.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9E17D-6C5F-327C-3E48-A69F1EAD3F2A}"/>
              </a:ext>
            </a:extLst>
          </p:cNvPr>
          <p:cNvSpPr txBox="1"/>
          <p:nvPr/>
        </p:nvSpPr>
        <p:spPr>
          <a:xfrm>
            <a:off x="-6266790" y="2079765"/>
            <a:ext cx="5965642" cy="328295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r>
              <a:rPr lang="en-US" sz="2000" b="1" u="sng">
                <a:solidFill>
                  <a:srgbClr val="FF0000"/>
                </a:solidFill>
                <a:latin typeface="+mj-lt"/>
              </a:rPr>
              <a:t>Instructions to Change Picture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Click the picture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Hit the Delete key on your keyboard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Click the picture icon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Select the picture you would like to insert</a:t>
            </a:r>
          </a:p>
          <a:p>
            <a:pPr marL="371475" indent="-371475">
              <a:buFont typeface="+mj-lt"/>
              <a:buAutoNum type="arabicPeriod"/>
            </a:pPr>
            <a:r>
              <a:rPr lang="en-US" sz="2000">
                <a:solidFill>
                  <a:srgbClr val="FF0000"/>
                </a:solidFill>
                <a:latin typeface="+mj-lt"/>
              </a:rPr>
              <a:t>To move the positioning of your picture, double click the picture and click Crop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547C0-8069-58ED-0459-2E2111C79F38}"/>
              </a:ext>
            </a:extLst>
          </p:cNvPr>
          <p:cNvSpPr txBox="1"/>
          <p:nvPr/>
        </p:nvSpPr>
        <p:spPr>
          <a:xfrm>
            <a:off x="4470400" y="6534078"/>
            <a:ext cx="3251200" cy="21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85000"/>
                  </a:schemeClr>
                </a:solidFill>
                <a:latin typeface="+mj-lt"/>
              </a:rPr>
              <a:t>Vixxo Facility Solutions |  Confidential and Proprietary | 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9343701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03FFE185-F7F4-656B-DF5B-9BA7812E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company goal — August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D7C5C-A9C5-5F68-589A-5E47123ACB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sz="1600">
                <a:solidFill>
                  <a:srgbClr val="3E4543"/>
                </a:solidFill>
                <a:latin typeface="Arial"/>
              </a:rPr>
              <a:t>By the end of August, and held at the finish, we need to clear three company gates:</a:t>
            </a:r>
            <a:endParaRPr lang="en-US"/>
          </a:p>
          <a:p>
            <a:pPr/>
            <a:r>
              <a:rPr sz="1600">
                <a:solidFill>
                  <a:srgbClr val="3E4543"/>
                </a:solidFill>
                <a:latin typeface="Arial"/>
              </a:rPr>
              <a:t>Open invoices at or below 3,600</a:t>
            </a:r>
          </a:p>
          <a:p>
            <a:pPr/>
            <a:r>
              <a:rPr sz="1600">
                <a:solidFill>
                  <a:srgbClr val="3E4543"/>
                </a:solidFill>
                <a:latin typeface="Arial"/>
              </a:rPr>
              <a:t>SP dollars at or below $3.0M</a:t>
            </a:r>
          </a:p>
          <a:p>
            <a:pPr/>
            <a:r>
              <a:rPr sz="1600">
                <a:solidFill>
                  <a:srgbClr val="3E4543"/>
                </a:solidFill>
                <a:latin typeface="Arial"/>
              </a:rPr>
              <a:t>Aged 45+ invoices at or below 1,000</a:t>
            </a:r>
          </a:p>
          <a:p>
            <a:pPr/>
            <a:r>
              <a:rPr sz="1600">
                <a:solidFill>
                  <a:srgbClr val="3E4543"/>
                </a:solidFill>
                <a:latin typeface="Arial"/>
              </a:rPr>
              <a:t>One scoreboard for the whole company. Soft targets help leaders land the number. The reward unlocks for everyone when the company clears the gate.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4FDD7-2C8A-AC84-51F6-56F84F08E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03FFE185-F7F4-656B-DF5B-9BA7812E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everyone helps us win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D7C5C-A9C5-5F68-589A-5E47123ACB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sz="1600">
                <a:solidFill>
                  <a:srgbClr val="3E4543"/>
                </a:solidFill>
                <a:latin typeface="Arial"/>
              </a:rPr>
              <a:t>Clear what is in your queue. Do not let invoices age.</a:t>
            </a:r>
            <a:endParaRPr lang="en-US"/>
          </a:p>
          <a:p>
            <a:pPr/>
            <a:r>
              <a:rPr sz="1600">
                <a:solidFill>
                  <a:srgbClr val="3E4543"/>
                </a:solidFill>
                <a:latin typeface="Arial"/>
              </a:rPr>
              <a:t>Follow up. Fix what is broken. Help the next person.</a:t>
            </a:r>
          </a:p>
          <a:p>
            <a:pPr/>
            <a:r>
              <a:rPr sz="1600">
                <a:solidFill>
                  <a:srgbClr val="3E4543"/>
                </a:solidFill>
                <a:latin typeface="Arial"/>
              </a:rPr>
              <a:t>Leaders: keep RBAT in the daily stand-up and celebrate clears.</a:t>
            </a:r>
          </a:p>
          <a:p>
            <a:pPr/>
            <a:r>
              <a:rPr sz="1600">
                <a:solidFill>
                  <a:srgbClr val="3E4543"/>
                </a:solidFill>
                <a:latin typeface="Arial"/>
              </a:rPr>
              <a:t>Watch the weekly scoreboard. Cheer progress. Cover short books.</a:t>
            </a:r>
          </a:p>
          <a:p>
            <a:pPr/>
            <a:r>
              <a:rPr sz="1600">
                <a:solidFill>
                  <a:srgbClr val="3E4543"/>
                </a:solidFill>
                <a:latin typeface="Arial"/>
              </a:rPr>
              <a:t>No finger-pointing. If one team is short, another can help. We win together.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4FDD7-2C8A-AC84-51F6-56F84F08E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03FFE185-F7F4-656B-DF5B-9BA7812E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FAQs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D7C5C-A9C5-5F68-589A-5E47123ACB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sz="1400">
                <a:solidFill>
                  <a:srgbClr val="3E4543"/>
                </a:solidFill>
                <a:latin typeface="Arial"/>
              </a:rPr>
              <a:t>Who earns it? Eligible employees under company WFH policy, once HR confirms eligibility details at launch.</a:t>
            </a:r>
            <a:endParaRPr lang="en-US"/>
          </a:p>
          <a:p>
            <a:pPr/>
            <a:r>
              <a:rPr sz="1400">
                <a:solidFill>
                  <a:srgbClr val="3E4543"/>
                </a:solidFill>
                <a:latin typeface="Arial"/>
              </a:rPr>
              <a:t>What do we earn? One additional WFH day every week throughout September.</a:t>
            </a:r>
          </a:p>
          <a:p>
            <a:pPr/>
            <a:r>
              <a:rPr sz="1400">
                <a:solidFill>
                  <a:srgbClr val="3E4543"/>
                </a:solidFill>
                <a:latin typeface="Arial"/>
              </a:rPr>
              <a:t>When do we know? After August closes and the company gate is confirmed held.</a:t>
            </a:r>
          </a:p>
          <a:p>
            <a:pPr/>
            <a:r>
              <a:rPr sz="1400">
                <a:solidFill>
                  <a:srgbClr val="3E4543"/>
                </a:solidFill>
                <a:latin typeface="Arial"/>
              </a:rPr>
              <a:t>What if one account misses? The unlock is company-level. Soft targets guide the work. Overperformance can cover shortfall.</a:t>
            </a:r>
          </a:p>
          <a:p>
            <a:pPr/>
            <a:r>
              <a:rPr sz="1400">
                <a:solidFill>
                  <a:srgbClr val="3E4543"/>
                </a:solidFill>
                <a:latin typeface="Arial"/>
              </a:rPr>
              <a:t>Where do we see progress? Weekly company scoreboard and manager huddles.</a:t>
            </a:r>
          </a:p>
          <a:p>
            <a:pPr/>
            <a:r>
              <a:rPr sz="1400">
                <a:solidFill>
                  <a:srgbClr val="3E4543"/>
                </a:solidFill>
                <a:latin typeface="Arial"/>
              </a:rPr>
              <a:t>People Ops and Operations co-own launch language, eligibility, and celebration.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4FDD7-2C8A-AC84-51F6-56F84F08E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Vixxo Facility Solutions">
      <a:dk1>
        <a:sysClr val="windowText" lastClr="000000"/>
      </a:dk1>
      <a:lt1>
        <a:srgbClr val="FFFFFF"/>
      </a:lt1>
      <a:dk2>
        <a:srgbClr val="8E992E"/>
      </a:dk2>
      <a:lt2>
        <a:srgbClr val="3E4543"/>
      </a:lt2>
      <a:accent1>
        <a:srgbClr val="395389"/>
      </a:accent1>
      <a:accent2>
        <a:srgbClr val="956125"/>
      </a:accent2>
      <a:accent3>
        <a:srgbClr val="8E992E"/>
      </a:accent3>
      <a:accent4>
        <a:srgbClr val="3E4543"/>
      </a:accent4>
      <a:accent5>
        <a:srgbClr val="2C7B80"/>
      </a:accent5>
      <a:accent6>
        <a:srgbClr val="EDA200"/>
      </a:accent6>
      <a:hlink>
        <a:srgbClr val="2C7B80"/>
      </a:hlink>
      <a:folHlink>
        <a:srgbClr val="2C7B80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53" normalizeH="0" baseline="0" dirty="0" err="1" smtClean="0">
            <a:ln>
              <a:noFill/>
            </a:ln>
            <a:solidFill>
              <a:schemeClr val="bg2"/>
            </a:solidFill>
            <a:effectLst/>
            <a:uFillTx/>
            <a:latin typeface="+mj-lt"/>
            <a:ea typeface="Raleway"/>
            <a:cs typeface="Raleway"/>
            <a:sym typeface="Raleway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Montserrat Bold"/>
        <a:ea typeface="Montserrat Bold"/>
        <a:cs typeface="Montserrat Bold"/>
      </a:majorFont>
      <a:minorFont>
        <a:latin typeface="Montserrat Bold"/>
        <a:ea typeface="Montserrat Bold"/>
        <a:cs typeface="Montserrat Bold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53" normalizeH="0" baseline="0">
            <a:ln>
              <a:noFill/>
            </a:ln>
            <a:solidFill>
              <a:srgbClr val="454546"/>
            </a:solidFill>
            <a:effectLst/>
            <a:uFillTx/>
            <a:latin typeface="Raleway"/>
            <a:ea typeface="Raleway"/>
            <a:cs typeface="Raleway"/>
            <a:sym typeface="Ralewa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eca138-c2e4-4986-a39d-29c0f5812b91">
      <Terms xmlns="http://schemas.microsoft.com/office/infopath/2007/PartnerControls"/>
    </lcf76f155ced4ddcb4097134ff3c332f>
    <TaxCatchAll xmlns="4d9d9a0c-3219-406c-a071-407af35affc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7B06C981A2BAC4082CC368987759246" ma:contentTypeVersion="12" ma:contentTypeDescription="Create a new document." ma:contentTypeScope="" ma:versionID="1ec3b45cae98a1f557850605f87d0958">
  <xsd:schema xmlns:xsd="http://www.w3.org/2001/XMLSchema" xmlns:xs="http://www.w3.org/2001/XMLSchema" xmlns:p="http://schemas.microsoft.com/office/2006/metadata/properties" xmlns:ns2="dceca138-c2e4-4986-a39d-29c0f5812b91" xmlns:ns3="4d9d9a0c-3219-406c-a071-407af35affca" targetNamespace="http://schemas.microsoft.com/office/2006/metadata/properties" ma:root="true" ma:fieldsID="5cca6a78a458a9ddb36f7b3af40834f9" ns2:_="" ns3:_="">
    <xsd:import namespace="dceca138-c2e4-4986-a39d-29c0f5812b91"/>
    <xsd:import namespace="4d9d9a0c-3219-406c-a071-407af35aff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eca138-c2e4-4986-a39d-29c0f5812b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d9d8f5c-b8e9-4b09-9398-3c6b3b16db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9d9a0c-3219-406c-a071-407af35affc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a91e9f1-9fd0-4b37-a8e5-fa614deb531e}" ma:internalName="TaxCatchAll" ma:showField="CatchAllData" ma:web="4d9d9a0c-3219-406c-a071-407af35aff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F313F2-286C-4208-9736-38E670F26EB7}">
  <ds:schemaRefs>
    <ds:schemaRef ds:uri="http://schemas.microsoft.com/office/2006/metadata/properties"/>
    <ds:schemaRef ds:uri="http://purl.org/dc/dcmitype/"/>
    <ds:schemaRef ds:uri="dceca138-c2e4-4986-a39d-29c0f5812b91"/>
    <ds:schemaRef ds:uri="4d9d9a0c-3219-406c-a071-407af35affca"/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3DA6ECA-F5EB-4E74-A503-5D1766AE23F3}">
  <ds:schemaRefs>
    <ds:schemaRef ds:uri="4d9d9a0c-3219-406c-a071-407af35affca"/>
    <ds:schemaRef ds:uri="dceca138-c2e4-4986-a39d-29c0f5812b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2B2BA8F-A5FA-4BD9-88A1-57F47DA3365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971e9a1-0270-4452-ac45-b5023dc57b1b}" enabled="0" method="" siteId="{6971e9a1-0270-4452-ac45-b5023dc57b1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1340</Words>
  <Application>Microsoft Office PowerPoint</Application>
  <PresentationFormat>Widescreen</PresentationFormat>
  <Paragraphs>309</Paragraphs>
  <Slides>34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Helvetica Neue Medium</vt:lpstr>
      <vt:lpstr>Raleway</vt:lpstr>
      <vt:lpstr>White</vt:lpstr>
      <vt:lpstr>think-cell Slide</vt:lpstr>
      <vt:lpstr>Cover Slides</vt:lpstr>
      <vt:lpstr>PowerPoint Presentation</vt:lpstr>
      <vt:lpstr>PowerPoint Presentation</vt:lpstr>
      <vt:lpstr>PowerPoint Presentation</vt:lpstr>
      <vt:lpstr>PowerPoint Presentation</vt:lpstr>
      <vt:lpstr>Agenda Slides</vt:lpstr>
      <vt:lpstr>PowerPoint Presentation</vt:lpstr>
      <vt:lpstr>PowerPoint Presentation</vt:lpstr>
      <vt:lpstr>Agenda</vt:lpstr>
      <vt:lpstr>Divider Slides</vt:lpstr>
      <vt:lpstr>PowerPoint Presentation</vt:lpstr>
      <vt:lpstr>PowerPoint Presentation</vt:lpstr>
      <vt:lpstr>General Content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 Content Slides</vt:lpstr>
      <vt:lpstr>PowerPoint Presentation</vt:lpstr>
      <vt:lpstr>PowerPoint Presentation</vt:lpstr>
      <vt:lpstr>PowerPoint Presentation</vt:lpstr>
      <vt:lpstr>PowerPoint Presentation</vt:lpstr>
      <vt:lpstr>Tables &amp; Diagrams</vt:lpstr>
      <vt:lpstr>Tables &amp; Diagrams</vt:lpstr>
      <vt:lpstr>PowerPoint Presentation</vt:lpstr>
      <vt:lpstr>PowerPoint Presentation</vt:lpstr>
      <vt:lpstr>PowerPoint Presentation</vt:lpstr>
      <vt:lpstr>Closing Slides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citiz</dc:creator>
  <cp:lastModifiedBy>Mia Li</cp:lastModifiedBy>
  <cp:revision>1</cp:revision>
  <dcterms:modified xsi:type="dcterms:W3CDTF">2026-04-02T22:43:41Z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0x01010047B06C981A2BAC4082CC368987759246</vt:lpwstr>
  </property>
  <property fmtid="{D5CDD505-2E9C-101B-9397-08002B2CF9AE}" pid="3" name="MediaServiceImageTags">
    <vt:lpwstr/>
  </property>
</Properties>
</file>